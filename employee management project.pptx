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4"/>
  </p:notesMasterIdLst>
  <p:sldIdLst>
    <p:sldId id="256" r:id="rId2"/>
    <p:sldId id="258" r:id="rId3"/>
    <p:sldId id="296" r:id="rId4"/>
    <p:sldId id="302" r:id="rId5"/>
    <p:sldId id="299" r:id="rId6"/>
    <p:sldId id="304" r:id="rId7"/>
    <p:sldId id="306" r:id="rId8"/>
    <p:sldId id="297" r:id="rId9"/>
    <p:sldId id="260" r:id="rId10"/>
    <p:sldId id="275" r:id="rId11"/>
    <p:sldId id="276" r:id="rId12"/>
    <p:sldId id="277" r:id="rId13"/>
    <p:sldId id="278" r:id="rId14"/>
    <p:sldId id="279" r:id="rId15"/>
    <p:sldId id="281" r:id="rId16"/>
    <p:sldId id="282" r:id="rId17"/>
    <p:sldId id="283" r:id="rId18"/>
    <p:sldId id="285" r:id="rId19"/>
    <p:sldId id="307" r:id="rId20"/>
    <p:sldId id="286" r:id="rId21"/>
    <p:sldId id="287" r:id="rId22"/>
    <p:sldId id="288" r:id="rId23"/>
    <p:sldId id="289" r:id="rId24"/>
    <p:sldId id="290" r:id="rId25"/>
    <p:sldId id="291" r:id="rId26"/>
    <p:sldId id="292" r:id="rId27"/>
    <p:sldId id="293" r:id="rId28"/>
    <p:sldId id="294" r:id="rId29"/>
    <p:sldId id="295" r:id="rId30"/>
    <p:sldId id="301" r:id="rId31"/>
    <p:sldId id="300" r:id="rId32"/>
    <p:sldId id="259" r:id="rId33"/>
  </p:sldIdLst>
  <p:sldSz cx="12192000" cy="6858000"/>
  <p:notesSz cx="6858000" cy="9144000"/>
  <p:embeddedFontLst>
    <p:embeddedFont>
      <p:font typeface="Calibri" panose="020F0502020204030204" pitchFamily="34" charset="0"/>
      <p:regular r:id="rId35"/>
      <p:bold r:id="rId36"/>
      <p:italic r:id="rId37"/>
      <p:boldItalic r:id="rId38"/>
    </p:embeddedFont>
    <p:embeddedFont>
      <p:font typeface="Libre Baskerville" panose="020B0604020202020204" charset="0"/>
      <p:regular r:id="rId39"/>
      <p:bold r:id="rId40"/>
      <p: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2"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A1B3D00-B4E6-45C9-9D14-B4DE89F751A3}" v="1" dt="2026-04-08T05:32:06.8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629"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42" Type="http://customschemas.google.com/relationships/presentationmetadata" Target="metadata"/><Relationship Id="rId47"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presProps" Target="presProps.xml"/><Relationship Id="rId48"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ad sohail" userId="ce2987b71a1f7692" providerId="LiveId" clId="{1B718E74-8189-46E2-B7AE-133B1FB0FABA}"/>
    <pc:docChg chg="undo custSel addSld delSld modSld sldOrd">
      <pc:chgData name="Mohammad sohail" userId="ce2987b71a1f7692" providerId="LiveId" clId="{1B718E74-8189-46E2-B7AE-133B1FB0FABA}" dt="2026-04-08T05:32:20.646" v="248" actId="1076"/>
      <pc:docMkLst>
        <pc:docMk/>
      </pc:docMkLst>
      <pc:sldChg chg="modSp mod">
        <pc:chgData name="Mohammad sohail" userId="ce2987b71a1f7692" providerId="LiveId" clId="{1B718E74-8189-46E2-B7AE-133B1FB0FABA}" dt="2026-04-06T05:23:24.161" v="12" actId="20577"/>
        <pc:sldMkLst>
          <pc:docMk/>
          <pc:sldMk cId="0" sldId="256"/>
        </pc:sldMkLst>
        <pc:spChg chg="mod">
          <ac:chgData name="Mohammad sohail" userId="ce2987b71a1f7692" providerId="LiveId" clId="{1B718E74-8189-46E2-B7AE-133B1FB0FABA}" dt="2026-04-06T05:23:24.161" v="12" actId="20577"/>
          <ac:spMkLst>
            <pc:docMk/>
            <pc:sldMk cId="0" sldId="256"/>
            <ac:spMk id="2" creationId="{4052BEF2-578A-37D2-6DA4-BC447B5885C0}"/>
          </ac:spMkLst>
        </pc:spChg>
      </pc:sldChg>
      <pc:sldChg chg="addSp delSp modSp mod">
        <pc:chgData name="Mohammad sohail" userId="ce2987b71a1f7692" providerId="LiveId" clId="{1B718E74-8189-46E2-B7AE-133B1FB0FABA}" dt="2026-04-06T15:56:46.159" v="23" actId="14100"/>
        <pc:sldMkLst>
          <pc:docMk/>
          <pc:sldMk cId="486099215" sldId="275"/>
        </pc:sldMkLst>
        <pc:picChg chg="add mod">
          <ac:chgData name="Mohammad sohail" userId="ce2987b71a1f7692" providerId="LiveId" clId="{1B718E74-8189-46E2-B7AE-133B1FB0FABA}" dt="2026-04-06T15:56:46.159" v="23" actId="14100"/>
          <ac:picMkLst>
            <pc:docMk/>
            <pc:sldMk cId="486099215" sldId="275"/>
            <ac:picMk id="7" creationId="{1DDBE7E4-2CFA-B0ED-ED1E-CBBEE1A1B25D}"/>
          </ac:picMkLst>
        </pc:picChg>
      </pc:sldChg>
      <pc:sldChg chg="addSp delSp modSp mod">
        <pc:chgData name="Mohammad sohail" userId="ce2987b71a1f7692" providerId="LiveId" clId="{1B718E74-8189-46E2-B7AE-133B1FB0FABA}" dt="2026-04-06T16:00:05.047" v="37" actId="14100"/>
        <pc:sldMkLst>
          <pc:docMk/>
          <pc:sldMk cId="3944139908" sldId="276"/>
        </pc:sldMkLst>
        <pc:picChg chg="add mod">
          <ac:chgData name="Mohammad sohail" userId="ce2987b71a1f7692" providerId="LiveId" clId="{1B718E74-8189-46E2-B7AE-133B1FB0FABA}" dt="2026-04-06T16:00:05.047" v="37" actId="14100"/>
          <ac:picMkLst>
            <pc:docMk/>
            <pc:sldMk cId="3944139908" sldId="276"/>
            <ac:picMk id="10" creationId="{1B45CF1D-1846-2EE7-4FDB-48888472FD18}"/>
          </ac:picMkLst>
        </pc:picChg>
      </pc:sldChg>
      <pc:sldChg chg="addSp delSp modSp mod">
        <pc:chgData name="Mohammad sohail" userId="ce2987b71a1f7692" providerId="LiveId" clId="{1B718E74-8189-46E2-B7AE-133B1FB0FABA}" dt="2026-04-06T16:02:58.996" v="45" actId="1076"/>
        <pc:sldMkLst>
          <pc:docMk/>
          <pc:sldMk cId="17995463" sldId="277"/>
        </pc:sldMkLst>
        <pc:picChg chg="add mod">
          <ac:chgData name="Mohammad sohail" userId="ce2987b71a1f7692" providerId="LiveId" clId="{1B718E74-8189-46E2-B7AE-133B1FB0FABA}" dt="2026-04-06T16:02:58.996" v="45" actId="1076"/>
          <ac:picMkLst>
            <pc:docMk/>
            <pc:sldMk cId="17995463" sldId="277"/>
            <ac:picMk id="5" creationId="{D1AAAA68-7ACB-6562-0D60-D15269027B10}"/>
          </ac:picMkLst>
        </pc:picChg>
      </pc:sldChg>
      <pc:sldChg chg="addSp delSp modSp mod">
        <pc:chgData name="Mohammad sohail" userId="ce2987b71a1f7692" providerId="LiveId" clId="{1B718E74-8189-46E2-B7AE-133B1FB0FABA}" dt="2026-04-06T16:05:20.270" v="52" actId="14100"/>
        <pc:sldMkLst>
          <pc:docMk/>
          <pc:sldMk cId="216480881" sldId="278"/>
        </pc:sldMkLst>
        <pc:picChg chg="add mod">
          <ac:chgData name="Mohammad sohail" userId="ce2987b71a1f7692" providerId="LiveId" clId="{1B718E74-8189-46E2-B7AE-133B1FB0FABA}" dt="2026-04-06T16:05:20.270" v="52" actId="14100"/>
          <ac:picMkLst>
            <pc:docMk/>
            <pc:sldMk cId="216480881" sldId="278"/>
            <ac:picMk id="7" creationId="{B8DC4BEC-2311-FB2B-5530-37D3F4937BAF}"/>
          </ac:picMkLst>
        </pc:picChg>
      </pc:sldChg>
      <pc:sldChg chg="addSp delSp modSp mod">
        <pc:chgData name="Mohammad sohail" userId="ce2987b71a1f7692" providerId="LiveId" clId="{1B718E74-8189-46E2-B7AE-133B1FB0FABA}" dt="2026-04-06T16:12:23.647" v="66" actId="1076"/>
        <pc:sldMkLst>
          <pc:docMk/>
          <pc:sldMk cId="1388833916" sldId="281"/>
        </pc:sldMkLst>
        <pc:picChg chg="add mod">
          <ac:chgData name="Mohammad sohail" userId="ce2987b71a1f7692" providerId="LiveId" clId="{1B718E74-8189-46E2-B7AE-133B1FB0FABA}" dt="2026-04-06T16:12:23.647" v="66" actId="1076"/>
          <ac:picMkLst>
            <pc:docMk/>
            <pc:sldMk cId="1388833916" sldId="281"/>
            <ac:picMk id="10" creationId="{2E444CED-9E30-94D0-57BE-47F6CB9D3D31}"/>
          </ac:picMkLst>
        </pc:picChg>
      </pc:sldChg>
      <pc:sldChg chg="addSp delSp modSp mod">
        <pc:chgData name="Mohammad sohail" userId="ce2987b71a1f7692" providerId="LiveId" clId="{1B718E74-8189-46E2-B7AE-133B1FB0FABA}" dt="2026-04-06T16:10:26.012" v="61"/>
        <pc:sldMkLst>
          <pc:docMk/>
          <pc:sldMk cId="3450541871" sldId="282"/>
        </pc:sldMkLst>
        <pc:picChg chg="add mod">
          <ac:chgData name="Mohammad sohail" userId="ce2987b71a1f7692" providerId="LiveId" clId="{1B718E74-8189-46E2-B7AE-133B1FB0FABA}" dt="2026-04-06T16:10:26.012" v="61"/>
          <ac:picMkLst>
            <pc:docMk/>
            <pc:sldMk cId="3450541871" sldId="282"/>
            <ac:picMk id="8" creationId="{C7C77585-7950-2578-BA14-ACCB027B19DF}"/>
          </ac:picMkLst>
        </pc:picChg>
      </pc:sldChg>
      <pc:sldChg chg="addSp delSp modSp mod">
        <pc:chgData name="Mohammad sohail" userId="ce2987b71a1f7692" providerId="LiveId" clId="{1B718E74-8189-46E2-B7AE-133B1FB0FABA}" dt="2026-04-06T16:13:55.869" v="73" actId="14100"/>
        <pc:sldMkLst>
          <pc:docMk/>
          <pc:sldMk cId="314356759" sldId="283"/>
        </pc:sldMkLst>
        <pc:picChg chg="mod">
          <ac:chgData name="Mohammad sohail" userId="ce2987b71a1f7692" providerId="LiveId" clId="{1B718E74-8189-46E2-B7AE-133B1FB0FABA}" dt="2026-04-06T16:13:55.869" v="73" actId="14100"/>
          <ac:picMkLst>
            <pc:docMk/>
            <pc:sldMk cId="314356759" sldId="283"/>
            <ac:picMk id="6" creationId="{EE621831-8EC5-5048-F9ED-9BE81AE4F02E}"/>
          </ac:picMkLst>
        </pc:picChg>
        <pc:picChg chg="add mod">
          <ac:chgData name="Mohammad sohail" userId="ce2987b71a1f7692" providerId="LiveId" clId="{1B718E74-8189-46E2-B7AE-133B1FB0FABA}" dt="2026-04-06T16:13:45.500" v="72" actId="1076"/>
          <ac:picMkLst>
            <pc:docMk/>
            <pc:sldMk cId="314356759" sldId="283"/>
            <ac:picMk id="7" creationId="{ECA7A58C-0E0F-622F-1DFA-8B07819F8214}"/>
          </ac:picMkLst>
        </pc:picChg>
      </pc:sldChg>
      <pc:sldChg chg="addSp delSp modSp mod ord">
        <pc:chgData name="Mohammad sohail" userId="ce2987b71a1f7692" providerId="LiveId" clId="{1B718E74-8189-46E2-B7AE-133B1FB0FABA}" dt="2026-04-06T16:21:38.954" v="179" actId="1076"/>
        <pc:sldMkLst>
          <pc:docMk/>
          <pc:sldMk cId="939805029" sldId="285"/>
        </pc:sldMkLst>
        <pc:spChg chg="mod">
          <ac:chgData name="Mohammad sohail" userId="ce2987b71a1f7692" providerId="LiveId" clId="{1B718E74-8189-46E2-B7AE-133B1FB0FABA}" dt="2026-04-06T16:20:19.005" v="169" actId="20577"/>
          <ac:spMkLst>
            <pc:docMk/>
            <pc:sldMk cId="939805029" sldId="285"/>
            <ac:spMk id="2" creationId="{DB896B66-342F-AF5B-300D-7A4712BBF32D}"/>
          </ac:spMkLst>
        </pc:spChg>
        <pc:picChg chg="add mod">
          <ac:chgData name="Mohammad sohail" userId="ce2987b71a1f7692" providerId="LiveId" clId="{1B718E74-8189-46E2-B7AE-133B1FB0FABA}" dt="2026-04-06T16:20:54.777" v="175" actId="14100"/>
          <ac:picMkLst>
            <pc:docMk/>
            <pc:sldMk cId="939805029" sldId="285"/>
            <ac:picMk id="11" creationId="{743FE321-A36B-ECB7-6575-AC7885DD3599}"/>
          </ac:picMkLst>
        </pc:picChg>
        <pc:picChg chg="add mod">
          <ac:chgData name="Mohammad sohail" userId="ce2987b71a1f7692" providerId="LiveId" clId="{1B718E74-8189-46E2-B7AE-133B1FB0FABA}" dt="2026-04-06T16:21:38.954" v="179" actId="1076"/>
          <ac:picMkLst>
            <pc:docMk/>
            <pc:sldMk cId="939805029" sldId="285"/>
            <ac:picMk id="13" creationId="{13130A56-F0E3-50AC-1110-B730E6D5140D}"/>
          </ac:picMkLst>
        </pc:picChg>
      </pc:sldChg>
      <pc:sldChg chg="addSp delSp modSp mod">
        <pc:chgData name="Mohammad sohail" userId="ce2987b71a1f7692" providerId="LiveId" clId="{1B718E74-8189-46E2-B7AE-133B1FB0FABA}" dt="2026-04-06T16:26:55.649" v="189" actId="1076"/>
        <pc:sldMkLst>
          <pc:docMk/>
          <pc:sldMk cId="1209965382" sldId="286"/>
        </pc:sldMkLst>
        <pc:picChg chg="add mod">
          <ac:chgData name="Mohammad sohail" userId="ce2987b71a1f7692" providerId="LiveId" clId="{1B718E74-8189-46E2-B7AE-133B1FB0FABA}" dt="2026-04-06T16:26:55.649" v="189" actId="1076"/>
          <ac:picMkLst>
            <pc:docMk/>
            <pc:sldMk cId="1209965382" sldId="286"/>
            <ac:picMk id="10" creationId="{B86502EA-F87B-626E-2B5A-1B89675D097A}"/>
          </ac:picMkLst>
        </pc:picChg>
      </pc:sldChg>
      <pc:sldChg chg="addSp delSp modSp mod">
        <pc:chgData name="Mohammad sohail" userId="ce2987b71a1f7692" providerId="LiveId" clId="{1B718E74-8189-46E2-B7AE-133B1FB0FABA}" dt="2026-04-06T16:29:44.301" v="195" actId="14100"/>
        <pc:sldMkLst>
          <pc:docMk/>
          <pc:sldMk cId="1900952095" sldId="287"/>
        </pc:sldMkLst>
        <pc:picChg chg="add mod">
          <ac:chgData name="Mohammad sohail" userId="ce2987b71a1f7692" providerId="LiveId" clId="{1B718E74-8189-46E2-B7AE-133B1FB0FABA}" dt="2026-04-06T16:29:44.301" v="195" actId="14100"/>
          <ac:picMkLst>
            <pc:docMk/>
            <pc:sldMk cId="1900952095" sldId="287"/>
            <ac:picMk id="7" creationId="{BED59824-706F-3EF4-3165-2A2FB9B21EBB}"/>
          </ac:picMkLst>
        </pc:picChg>
      </pc:sldChg>
      <pc:sldChg chg="addSp delSp modSp mod">
        <pc:chgData name="Mohammad sohail" userId="ce2987b71a1f7692" providerId="LiveId" clId="{1B718E74-8189-46E2-B7AE-133B1FB0FABA}" dt="2026-04-06T16:30:26.107" v="199" actId="14100"/>
        <pc:sldMkLst>
          <pc:docMk/>
          <pc:sldMk cId="1280153877" sldId="288"/>
        </pc:sldMkLst>
        <pc:picChg chg="add mod">
          <ac:chgData name="Mohammad sohail" userId="ce2987b71a1f7692" providerId="LiveId" clId="{1B718E74-8189-46E2-B7AE-133B1FB0FABA}" dt="2026-04-06T16:30:26.107" v="199" actId="14100"/>
          <ac:picMkLst>
            <pc:docMk/>
            <pc:sldMk cId="1280153877" sldId="288"/>
            <ac:picMk id="7" creationId="{259ACD14-3982-FEFA-CE6F-9B334DF5CF05}"/>
          </ac:picMkLst>
        </pc:picChg>
      </pc:sldChg>
      <pc:sldChg chg="addSp delSp modSp mod">
        <pc:chgData name="Mohammad sohail" userId="ce2987b71a1f7692" providerId="LiveId" clId="{1B718E74-8189-46E2-B7AE-133B1FB0FABA}" dt="2026-04-06T16:31:19.804" v="205" actId="1076"/>
        <pc:sldMkLst>
          <pc:docMk/>
          <pc:sldMk cId="798254561" sldId="289"/>
        </pc:sldMkLst>
        <pc:picChg chg="add mod">
          <ac:chgData name="Mohammad sohail" userId="ce2987b71a1f7692" providerId="LiveId" clId="{1B718E74-8189-46E2-B7AE-133B1FB0FABA}" dt="2026-04-06T16:31:19.804" v="205" actId="1076"/>
          <ac:picMkLst>
            <pc:docMk/>
            <pc:sldMk cId="798254561" sldId="289"/>
            <ac:picMk id="7" creationId="{F0078A05-FF7B-ADEA-C834-0CCD08BE57E1}"/>
          </ac:picMkLst>
        </pc:picChg>
      </pc:sldChg>
      <pc:sldChg chg="addSp delSp modSp mod">
        <pc:chgData name="Mohammad sohail" userId="ce2987b71a1f7692" providerId="LiveId" clId="{1B718E74-8189-46E2-B7AE-133B1FB0FABA}" dt="2026-04-06T16:32:06.601" v="212" actId="14100"/>
        <pc:sldMkLst>
          <pc:docMk/>
          <pc:sldMk cId="3940086790" sldId="290"/>
        </pc:sldMkLst>
        <pc:picChg chg="add mod">
          <ac:chgData name="Mohammad sohail" userId="ce2987b71a1f7692" providerId="LiveId" clId="{1B718E74-8189-46E2-B7AE-133B1FB0FABA}" dt="2026-04-06T16:32:06.601" v="212" actId="14100"/>
          <ac:picMkLst>
            <pc:docMk/>
            <pc:sldMk cId="3940086790" sldId="290"/>
            <ac:picMk id="7" creationId="{E2582CB2-AC9A-02E7-4F08-9C27437A3C8C}"/>
          </ac:picMkLst>
        </pc:picChg>
      </pc:sldChg>
      <pc:sldChg chg="addSp delSp modSp mod">
        <pc:chgData name="Mohammad sohail" userId="ce2987b71a1f7692" providerId="LiveId" clId="{1B718E74-8189-46E2-B7AE-133B1FB0FABA}" dt="2026-04-06T16:33:34.395" v="219" actId="1076"/>
        <pc:sldMkLst>
          <pc:docMk/>
          <pc:sldMk cId="964324037" sldId="291"/>
        </pc:sldMkLst>
        <pc:picChg chg="add mod">
          <ac:chgData name="Mohammad sohail" userId="ce2987b71a1f7692" providerId="LiveId" clId="{1B718E74-8189-46E2-B7AE-133B1FB0FABA}" dt="2026-04-06T16:33:34.395" v="219" actId="1076"/>
          <ac:picMkLst>
            <pc:docMk/>
            <pc:sldMk cId="964324037" sldId="291"/>
            <ac:picMk id="7" creationId="{245CD256-4541-823F-E865-475CE7BEBEC6}"/>
          </ac:picMkLst>
        </pc:picChg>
      </pc:sldChg>
      <pc:sldChg chg="addSp delSp modSp mod">
        <pc:chgData name="Mohammad sohail" userId="ce2987b71a1f7692" providerId="LiveId" clId="{1B718E74-8189-46E2-B7AE-133B1FB0FABA}" dt="2026-04-06T16:35:22.972" v="230" actId="14100"/>
        <pc:sldMkLst>
          <pc:docMk/>
          <pc:sldMk cId="1243781770" sldId="292"/>
        </pc:sldMkLst>
        <pc:picChg chg="add mod">
          <ac:chgData name="Mohammad sohail" userId="ce2987b71a1f7692" providerId="LiveId" clId="{1B718E74-8189-46E2-B7AE-133B1FB0FABA}" dt="2026-04-06T16:35:22.972" v="230" actId="14100"/>
          <ac:picMkLst>
            <pc:docMk/>
            <pc:sldMk cId="1243781770" sldId="292"/>
            <ac:picMk id="7" creationId="{7C4F9AF4-7BAE-D965-5EAB-FD3B1577181C}"/>
          </ac:picMkLst>
        </pc:picChg>
      </pc:sldChg>
      <pc:sldChg chg="addSp delSp modSp mod">
        <pc:chgData name="Mohammad sohail" userId="ce2987b71a1f7692" providerId="LiveId" clId="{1B718E74-8189-46E2-B7AE-133B1FB0FABA}" dt="2026-04-06T16:35:02.733" v="226" actId="1076"/>
        <pc:sldMkLst>
          <pc:docMk/>
          <pc:sldMk cId="2410301406" sldId="293"/>
        </pc:sldMkLst>
        <pc:picChg chg="add mod">
          <ac:chgData name="Mohammad sohail" userId="ce2987b71a1f7692" providerId="LiveId" clId="{1B718E74-8189-46E2-B7AE-133B1FB0FABA}" dt="2026-04-06T16:35:02.733" v="226" actId="1076"/>
          <ac:picMkLst>
            <pc:docMk/>
            <pc:sldMk cId="2410301406" sldId="293"/>
            <ac:picMk id="7" creationId="{91B41A1A-184A-04CA-6C49-202C44036D12}"/>
          </ac:picMkLst>
        </pc:picChg>
      </pc:sldChg>
      <pc:sldChg chg="addSp delSp modSp mod">
        <pc:chgData name="Mohammad sohail" userId="ce2987b71a1f7692" providerId="LiveId" clId="{1B718E74-8189-46E2-B7AE-133B1FB0FABA}" dt="2026-04-06T16:36:05.704" v="236" actId="14100"/>
        <pc:sldMkLst>
          <pc:docMk/>
          <pc:sldMk cId="3977892883" sldId="294"/>
        </pc:sldMkLst>
        <pc:picChg chg="add mod">
          <ac:chgData name="Mohammad sohail" userId="ce2987b71a1f7692" providerId="LiveId" clId="{1B718E74-8189-46E2-B7AE-133B1FB0FABA}" dt="2026-04-06T16:36:05.704" v="236" actId="14100"/>
          <ac:picMkLst>
            <pc:docMk/>
            <pc:sldMk cId="3977892883" sldId="294"/>
            <ac:picMk id="8" creationId="{8BE2ECA7-6A30-32FB-4BD5-8EF61228C9AF}"/>
          </ac:picMkLst>
        </pc:picChg>
      </pc:sldChg>
      <pc:sldChg chg="ord">
        <pc:chgData name="Mohammad sohail" userId="ce2987b71a1f7692" providerId="LiveId" clId="{1B718E74-8189-46E2-B7AE-133B1FB0FABA}" dt="2026-04-08T04:55:36.125" v="241"/>
        <pc:sldMkLst>
          <pc:docMk/>
          <pc:sldMk cId="2199677001" sldId="296"/>
        </pc:sldMkLst>
      </pc:sldChg>
      <pc:sldChg chg="addSp delSp modSp mod">
        <pc:chgData name="Mohammad sohail" userId="ce2987b71a1f7692" providerId="LiveId" clId="{1B718E74-8189-46E2-B7AE-133B1FB0FABA}" dt="2026-04-08T05:32:20.646" v="248" actId="1076"/>
        <pc:sldMkLst>
          <pc:docMk/>
          <pc:sldMk cId="1080456288" sldId="297"/>
        </pc:sldMkLst>
        <pc:picChg chg="add del">
          <ac:chgData name="Mohammad sohail" userId="ce2987b71a1f7692" providerId="LiveId" clId="{1B718E74-8189-46E2-B7AE-133B1FB0FABA}" dt="2026-04-08T05:31:52.985" v="243" actId="21"/>
          <ac:picMkLst>
            <pc:docMk/>
            <pc:sldMk cId="1080456288" sldId="297"/>
            <ac:picMk id="4" creationId="{3FDBF05A-7A7D-4CF6-E393-98D983BD3962}"/>
          </ac:picMkLst>
        </pc:picChg>
        <pc:picChg chg="add mod">
          <ac:chgData name="Mohammad sohail" userId="ce2987b71a1f7692" providerId="LiveId" clId="{1B718E74-8189-46E2-B7AE-133B1FB0FABA}" dt="2026-04-08T05:32:20.646" v="248" actId="1076"/>
          <ac:picMkLst>
            <pc:docMk/>
            <pc:sldMk cId="1080456288" sldId="297"/>
            <ac:picMk id="5" creationId="{3FDBF05A-7A7D-4CF6-E393-98D983BD3962}"/>
          </ac:picMkLst>
        </pc:picChg>
        <pc:picChg chg="del mod">
          <ac:chgData name="Mohammad sohail" userId="ce2987b71a1f7692" providerId="LiveId" clId="{1B718E74-8189-46E2-B7AE-133B1FB0FABA}" dt="2026-04-08T05:32:17.227" v="247" actId="21"/>
          <ac:picMkLst>
            <pc:docMk/>
            <pc:sldMk cId="1080456288" sldId="297"/>
            <ac:picMk id="6" creationId="{3FBF6599-92E8-1105-55B6-516152D43132}"/>
          </ac:picMkLst>
        </pc:picChg>
      </pc:sldChg>
      <pc:sldChg chg="add">
        <pc:chgData name="Mohammad sohail" userId="ce2987b71a1f7692" providerId="LiveId" clId="{1B718E74-8189-46E2-B7AE-133B1FB0FABA}" dt="2026-04-06T16:19:42.792" v="107" actId="2890"/>
        <pc:sldMkLst>
          <pc:docMk/>
          <pc:sldMk cId="2772995034" sldId="30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60048805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619135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330098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xmlns="" id="{0F0A8FEF-147D-56EC-76FB-DBAF1D9BE7BF}"/>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xmlns="" id="{229FAE79-AEA9-1BA6-DDCB-38DA92188B6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a:extLst>
              <a:ext uri="{FF2B5EF4-FFF2-40B4-BE49-F238E27FC236}">
                <a16:creationId xmlns:a16="http://schemas.microsoft.com/office/drawing/2014/main" xmlns="" id="{53BCBDF5-EEF5-64A0-AB9F-ECCF323CD53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567084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052676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0"/>
            <a:ext cx="12190815" cy="6694098"/>
          </a:xfrm>
          <a:prstGeom prst="rect">
            <a:avLst/>
          </a:prstGeom>
          <a:noFill/>
          <a:ln>
            <a:noFill/>
          </a:ln>
        </p:spPr>
      </p:pic>
      <p:sp>
        <p:nvSpPr>
          <p:cNvPr id="99" name="Google Shape;99;p1"/>
          <p:cNvSpPr txBox="1"/>
          <p:nvPr/>
        </p:nvSpPr>
        <p:spPr>
          <a:xfrm>
            <a:off x="2320504" y="3239015"/>
            <a:ext cx="7246189" cy="923289"/>
          </a:xfrm>
          <a:prstGeom prst="rect">
            <a:avLst/>
          </a:prstGeom>
          <a:noFill/>
          <a:ln>
            <a:noFill/>
          </a:ln>
        </p:spPr>
        <p:txBody>
          <a:bodyPr spcFirstLastPara="1" wrap="square" lIns="91425" tIns="45700" rIns="91425" bIns="45700" anchor="t" anchorCtr="0">
            <a:spAutoFit/>
          </a:bodyPr>
          <a:lstStyle/>
          <a:p>
            <a:pPr lvl="0" algn="ctr">
              <a:buSzPts val="1800"/>
            </a:pPr>
            <a:r>
              <a:rPr lang="en-IN" sz="1800" b="0" i="0" u="none" strike="noStrike" cap="none" dirty="0">
                <a:solidFill>
                  <a:schemeClr val="dk1"/>
                </a:solidFill>
                <a:latin typeface="Calibri"/>
                <a:ea typeface="Calibri"/>
                <a:cs typeface="Calibri"/>
                <a:sym typeface="Calibri"/>
              </a:rPr>
              <a:t/>
            </a:r>
            <a:br>
              <a:rPr lang="en-IN" sz="1800" b="0" i="0" u="none" strike="noStrike" cap="none" dirty="0">
                <a:solidFill>
                  <a:schemeClr val="dk1"/>
                </a:solidFill>
                <a:latin typeface="Calibri"/>
                <a:ea typeface="Calibri"/>
                <a:cs typeface="Calibri"/>
                <a:sym typeface="Calibri"/>
              </a:rPr>
            </a:br>
            <a:r>
              <a:rPr lang="en-IN" sz="3600" b="1" dirty="0"/>
              <a:t>Employee Management System</a:t>
            </a:r>
            <a:endParaRPr sz="3600" b="1" i="0" u="none" strike="noStrike" cap="none" dirty="0">
              <a:solidFill>
                <a:srgbClr val="000000"/>
              </a:solidFill>
              <a:latin typeface="Arial"/>
              <a:ea typeface="Arial"/>
              <a:cs typeface="Arial"/>
              <a:sym typeface="Arial"/>
            </a:endParaRPr>
          </a:p>
        </p:txBody>
      </p:sp>
      <p:sp>
        <p:nvSpPr>
          <p:cNvPr id="2" name="TextBox 1">
            <a:extLst>
              <a:ext uri="{FF2B5EF4-FFF2-40B4-BE49-F238E27FC236}">
                <a16:creationId xmlns:a16="http://schemas.microsoft.com/office/drawing/2014/main" xmlns="" id="{4052BEF2-578A-37D2-6DA4-BC447B5885C0}"/>
              </a:ext>
            </a:extLst>
          </p:cNvPr>
          <p:cNvSpPr txBox="1"/>
          <p:nvPr/>
        </p:nvSpPr>
        <p:spPr>
          <a:xfrm>
            <a:off x="7903029" y="4528456"/>
            <a:ext cx="4408714" cy="1754326"/>
          </a:xfrm>
          <a:prstGeom prst="rect">
            <a:avLst/>
          </a:prstGeom>
          <a:noFill/>
        </p:spPr>
        <p:txBody>
          <a:bodyPr wrap="square" rtlCol="0">
            <a:spAutoFit/>
          </a:bodyPr>
          <a:lstStyle/>
          <a:p>
            <a:r>
              <a:rPr lang="en-US" sz="2400" b="1" dirty="0">
                <a:solidFill>
                  <a:srgbClr val="FF0000"/>
                </a:solidFill>
              </a:rPr>
              <a:t>Presented </a:t>
            </a:r>
            <a:r>
              <a:rPr lang="en-US" sz="2400" b="1" dirty="0" smtClean="0">
                <a:solidFill>
                  <a:srgbClr val="FF0000"/>
                </a:solidFill>
              </a:rPr>
              <a:t>By</a:t>
            </a:r>
          </a:p>
          <a:p>
            <a:r>
              <a:rPr lang="en-US" sz="2400" b="1" dirty="0"/>
              <a:t> </a:t>
            </a:r>
            <a:r>
              <a:rPr lang="en-US" sz="1800" dirty="0" err="1" smtClean="0"/>
              <a:t>Lakkireddy</a:t>
            </a:r>
            <a:r>
              <a:rPr lang="en-US" sz="1800" dirty="0" smtClean="0"/>
              <a:t> </a:t>
            </a:r>
            <a:r>
              <a:rPr lang="en-US" sz="1800" dirty="0" err="1" smtClean="0"/>
              <a:t>Anusha</a:t>
            </a:r>
            <a:endParaRPr lang="en-US" sz="1800" dirty="0" smtClean="0"/>
          </a:p>
          <a:p>
            <a:r>
              <a:rPr lang="en-US" sz="1800" dirty="0"/>
              <a:t> </a:t>
            </a:r>
            <a:r>
              <a:rPr lang="en-US" sz="1800" dirty="0" err="1" smtClean="0"/>
              <a:t>Chebrolu</a:t>
            </a:r>
            <a:r>
              <a:rPr lang="en-US" sz="1800" dirty="0" smtClean="0"/>
              <a:t> </a:t>
            </a:r>
            <a:r>
              <a:rPr lang="en-US" sz="1800" dirty="0" err="1" smtClean="0"/>
              <a:t>Balu</a:t>
            </a:r>
            <a:endParaRPr lang="en-US" sz="1800" dirty="0" smtClean="0"/>
          </a:p>
          <a:p>
            <a:r>
              <a:rPr lang="en-US" sz="1800" dirty="0" err="1" smtClean="0"/>
              <a:t>Kasthuri</a:t>
            </a:r>
            <a:r>
              <a:rPr lang="en-US" sz="1800" dirty="0" smtClean="0"/>
              <a:t> </a:t>
            </a:r>
            <a:r>
              <a:rPr lang="en-US" sz="1800" smtClean="0"/>
              <a:t>Baradwaj</a:t>
            </a:r>
            <a:endParaRPr lang="en-US" sz="1800" dirty="0"/>
          </a:p>
          <a:p>
            <a:endParaRPr lang="en-US" sz="24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IN" b="1" dirty="0">
                <a:solidFill>
                  <a:srgbClr val="FF0000"/>
                </a:solidFill>
              </a:rPr>
              <a:t>     Agenda</a:t>
            </a:r>
            <a:endParaRPr b="1" dirty="0">
              <a:solidFill>
                <a:srgbClr val="FF0000"/>
              </a:solidFill>
            </a:endParaRPr>
          </a:p>
        </p:txBody>
      </p:sp>
      <p:sp>
        <p:nvSpPr>
          <p:cNvPr id="111" name="Google Shape;111;p4"/>
          <p:cNvSpPr txBox="1">
            <a:spLocks noGrp="1"/>
          </p:cNvSpPr>
          <p:nvPr>
            <p:ph type="body" idx="1"/>
          </p:nvPr>
        </p:nvSpPr>
        <p:spPr>
          <a:xfrm>
            <a:off x="684880" y="1493134"/>
            <a:ext cx="10515600" cy="4777234"/>
          </a:xfrm>
          <a:prstGeom prst="rect">
            <a:avLst/>
          </a:prstGeom>
          <a:noFill/>
          <a:ln>
            <a:noFill/>
          </a:ln>
        </p:spPr>
        <p:txBody>
          <a:bodyPr spcFirstLastPara="1" wrap="square" lIns="91425" tIns="45700" rIns="91425" bIns="45700" anchor="t" anchorCtr="0">
            <a:normAutofit/>
          </a:bodyPr>
          <a:lstStyle/>
          <a:p>
            <a:pPr marL="457200" lvl="0" indent="-431800" algn="l" rtl="0">
              <a:lnSpc>
                <a:spcPct val="90000"/>
              </a:lnSpc>
              <a:spcBef>
                <a:spcPts val="1000"/>
              </a:spcBef>
              <a:spcAft>
                <a:spcPts val="0"/>
              </a:spcAft>
              <a:buSzPts val="2400"/>
              <a:buChar char="•"/>
            </a:pPr>
            <a:r>
              <a:rPr lang="en-IN" sz="2400" b="1" dirty="0"/>
              <a:t>Objective of the Project</a:t>
            </a:r>
            <a:endParaRPr sz="2400" dirty="0"/>
          </a:p>
          <a:p>
            <a:pPr marL="457200" lvl="0" indent="-431800" algn="l" rtl="0">
              <a:lnSpc>
                <a:spcPct val="90000"/>
              </a:lnSpc>
              <a:spcBef>
                <a:spcPts val="1000"/>
              </a:spcBef>
              <a:spcAft>
                <a:spcPts val="0"/>
              </a:spcAft>
              <a:buSzPts val="2400"/>
              <a:buChar char="•"/>
            </a:pPr>
            <a:r>
              <a:rPr lang="en-IN" sz="2400" b="1" dirty="0"/>
              <a:t>ER Diagram and schema explanation</a:t>
            </a:r>
            <a:endParaRPr sz="2400" dirty="0"/>
          </a:p>
          <a:p>
            <a:pPr marL="457200" lvl="0" indent="-431800" algn="l" rtl="0">
              <a:lnSpc>
                <a:spcPct val="90000"/>
              </a:lnSpc>
              <a:spcBef>
                <a:spcPts val="1000"/>
              </a:spcBef>
              <a:spcAft>
                <a:spcPts val="0"/>
              </a:spcAft>
              <a:buSzPts val="2400"/>
              <a:buChar char="•"/>
            </a:pPr>
            <a:r>
              <a:rPr lang="en-IN" sz="2400" b="1" dirty="0"/>
              <a:t>Key analysis questions (use cases)</a:t>
            </a:r>
            <a:endParaRPr sz="2400" dirty="0"/>
          </a:p>
          <a:p>
            <a:pPr marL="457200" lvl="0" indent="-431800" algn="l" rtl="0">
              <a:lnSpc>
                <a:spcPct val="90000"/>
              </a:lnSpc>
              <a:spcBef>
                <a:spcPts val="1000"/>
              </a:spcBef>
              <a:spcAft>
                <a:spcPts val="0"/>
              </a:spcAft>
              <a:buSzPts val="2400"/>
              <a:buChar char="•"/>
            </a:pPr>
            <a:r>
              <a:rPr lang="en-IN" sz="2400" b="1" dirty="0"/>
              <a:t>SQL query results with screenshots or summaries</a:t>
            </a:r>
            <a:endParaRPr sz="2400" dirty="0"/>
          </a:p>
          <a:p>
            <a:pPr marL="457200" lvl="0" indent="-431800" algn="l" rtl="0">
              <a:lnSpc>
                <a:spcPct val="90000"/>
              </a:lnSpc>
              <a:spcBef>
                <a:spcPts val="1000"/>
              </a:spcBef>
              <a:spcAft>
                <a:spcPts val="0"/>
              </a:spcAft>
              <a:buSzPts val="2400"/>
              <a:buChar char="•"/>
            </a:pPr>
            <a:r>
              <a:rPr lang="en-IN" sz="2400" b="1" dirty="0"/>
              <a:t>Final business insights and recommendations</a:t>
            </a:r>
            <a:endParaRPr sz="2400" dirty="0"/>
          </a:p>
          <a:p>
            <a:pPr marL="457200" lvl="0" indent="-431800" algn="l" rtl="0">
              <a:lnSpc>
                <a:spcPct val="90000"/>
              </a:lnSpc>
              <a:spcBef>
                <a:spcPts val="1000"/>
              </a:spcBef>
              <a:spcAft>
                <a:spcPts val="0"/>
              </a:spcAft>
              <a:buSzPts val="2400"/>
              <a:buChar char="•"/>
            </a:pPr>
            <a:r>
              <a:rPr lang="en-IN" sz="2400" b="1" dirty="0"/>
              <a:t>Conclusion</a:t>
            </a:r>
            <a:endParaRPr sz="2400" dirty="0"/>
          </a:p>
          <a:p>
            <a:pPr marL="457200" lvl="0" indent="-431800" algn="l" rtl="0">
              <a:lnSpc>
                <a:spcPct val="90000"/>
              </a:lnSpc>
              <a:spcBef>
                <a:spcPts val="1000"/>
              </a:spcBef>
              <a:spcAft>
                <a:spcPts val="0"/>
              </a:spcAft>
              <a:buSzPts val="2400"/>
              <a:buChar char="•"/>
            </a:pPr>
            <a:r>
              <a:rPr lang="en-IN" sz="2400" b="1" dirty="0"/>
              <a:t>Challenges working on SQL</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3F1CC7E-585A-FE47-8DF0-3462A318C456}"/>
              </a:ext>
            </a:extLst>
          </p:cNvPr>
          <p:cNvSpPr>
            <a:spLocks noGrp="1"/>
          </p:cNvSpPr>
          <p:nvPr>
            <p:ph type="title"/>
          </p:nvPr>
        </p:nvSpPr>
        <p:spPr/>
        <p:txBody>
          <a:bodyPr/>
          <a:lstStyle/>
          <a:p>
            <a:r>
              <a:rPr lang="en-IN" b="1" dirty="0">
                <a:solidFill>
                  <a:srgbClr val="FF0000"/>
                </a:solidFill>
              </a:rPr>
              <a:t>Objective of the Project</a:t>
            </a:r>
          </a:p>
        </p:txBody>
      </p:sp>
      <p:sp>
        <p:nvSpPr>
          <p:cNvPr id="6" name="TextBox 5">
            <a:extLst>
              <a:ext uri="{FF2B5EF4-FFF2-40B4-BE49-F238E27FC236}">
                <a16:creationId xmlns:a16="http://schemas.microsoft.com/office/drawing/2014/main" xmlns="" id="{A65CE6F3-AEFB-1773-DDFF-78E843D39A2A}"/>
              </a:ext>
            </a:extLst>
          </p:cNvPr>
          <p:cNvSpPr txBox="1"/>
          <p:nvPr/>
        </p:nvSpPr>
        <p:spPr>
          <a:xfrm>
            <a:off x="1023258" y="1936403"/>
            <a:ext cx="9720942" cy="3108543"/>
          </a:xfrm>
          <a:prstGeom prst="rect">
            <a:avLst/>
          </a:prstGeom>
          <a:noFill/>
        </p:spPr>
        <p:txBody>
          <a:bodyPr wrap="square">
            <a:spAutoFit/>
          </a:bodyPr>
          <a:lstStyle/>
          <a:p>
            <a:pPr algn="just"/>
            <a:r>
              <a:rPr lang="en-US" sz="2800" dirty="0">
                <a:latin typeface="Calibri" panose="020F0502020204030204" pitchFamily="34" charset="0"/>
                <a:ea typeface="Calibri" panose="020F0502020204030204" pitchFamily="34" charset="0"/>
                <a:cs typeface="Calibri" panose="020F0502020204030204" pitchFamily="34" charset="0"/>
              </a:rPr>
              <a:t>The objective of the Employee Management System project is to design a structured SQL-based system that efficiently manages employee data, job roles, salary details, qualifications, leave records, and payroll processing. The project aims to build a relational database that ensures data accuracy, supports analytical queries, and helps organizations generate useful insights for HR and management decision-making.</a:t>
            </a:r>
            <a:endParaRPr lang="en-IN" sz="2800" dirty="0">
              <a:latin typeface="Calibri" panose="020F0502020204030204" pitchFamily="34" charset="0"/>
              <a:ea typeface="Calibri" panose="020F0502020204030204" pitchFamily="34" charset="0"/>
              <a:cs typeface="Calibri" panose="020F0502020204030204" pitchFamily="34" charset="0"/>
            </a:endParaRPr>
          </a:p>
        </p:txBody>
      </p:sp>
      <p:sp>
        <p:nvSpPr>
          <p:cNvPr id="7" name="Text Placeholder 2">
            <a:extLst>
              <a:ext uri="{FF2B5EF4-FFF2-40B4-BE49-F238E27FC236}">
                <a16:creationId xmlns:a16="http://schemas.microsoft.com/office/drawing/2014/main" xmlns="" id="{0ABFF63C-6BEA-6804-3A68-DA16BBCC7728}"/>
              </a:ext>
            </a:extLst>
          </p:cNvPr>
          <p:cNvSpPr txBox="1">
            <a:spLocks/>
          </p:cNvSpPr>
          <p:nvPr/>
        </p:nvSpPr>
        <p:spPr>
          <a:xfrm>
            <a:off x="838200" y="1825625"/>
            <a:ext cx="10515600" cy="4351338"/>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sp>
        <p:nvSpPr>
          <p:cNvPr id="9" name="Google Shape;111;p4">
            <a:extLst>
              <a:ext uri="{FF2B5EF4-FFF2-40B4-BE49-F238E27FC236}">
                <a16:creationId xmlns:a16="http://schemas.microsoft.com/office/drawing/2014/main" xmlns="" id="{24D46BF5-6C71-B935-B2BE-FDAA71FAF5CF}"/>
              </a:ext>
            </a:extLst>
          </p:cNvPr>
          <p:cNvSpPr txBox="1">
            <a:spLocks/>
          </p:cNvSpPr>
          <p:nvPr/>
        </p:nvSpPr>
        <p:spPr>
          <a:xfrm>
            <a:off x="684880" y="1493134"/>
            <a:ext cx="10515600" cy="477723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31800">
              <a:lnSpc>
                <a:spcPct val="90000"/>
              </a:lnSpc>
              <a:spcBef>
                <a:spcPts val="1000"/>
              </a:spcBef>
              <a:buSzPts val="2400"/>
              <a:buFont typeface="Arial"/>
              <a:buChar char="•"/>
            </a:pPr>
            <a:endParaRPr lang="en-US" dirty="0"/>
          </a:p>
        </p:txBody>
      </p:sp>
      <p:sp>
        <p:nvSpPr>
          <p:cNvPr id="10" name="Text Placeholder 2">
            <a:extLst>
              <a:ext uri="{FF2B5EF4-FFF2-40B4-BE49-F238E27FC236}">
                <a16:creationId xmlns:a16="http://schemas.microsoft.com/office/drawing/2014/main" xmlns="" id="{E5221088-E656-68FB-008F-81CAC59EB038}"/>
              </a:ext>
            </a:extLst>
          </p:cNvPr>
          <p:cNvSpPr txBox="1">
            <a:spLocks/>
          </p:cNvSpPr>
          <p:nvPr/>
        </p:nvSpPr>
        <p:spPr>
          <a:xfrm>
            <a:off x="990600" y="1978025"/>
            <a:ext cx="10515600" cy="4351338"/>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r>
              <a:rPr lang="en-US" dirty="0"/>
              <a:t>.</a:t>
            </a:r>
            <a:endParaRPr lang="en-IN" dirty="0"/>
          </a:p>
        </p:txBody>
      </p:sp>
    </p:spTree>
    <p:extLst>
      <p:ext uri="{BB962C8B-B14F-4D97-AF65-F5344CB8AC3E}">
        <p14:creationId xmlns:p14="http://schemas.microsoft.com/office/powerpoint/2010/main" val="21996770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B99CACC-629E-AE5B-5C91-261B3BA1FCC0}"/>
              </a:ext>
            </a:extLst>
          </p:cNvPr>
          <p:cNvSpPr>
            <a:spLocks noGrp="1"/>
          </p:cNvSpPr>
          <p:nvPr>
            <p:ph type="title"/>
          </p:nvPr>
        </p:nvSpPr>
        <p:spPr/>
        <p:txBody>
          <a:bodyPr/>
          <a:lstStyle/>
          <a:p>
            <a:r>
              <a:rPr lang="en-IN" b="1" dirty="0">
                <a:solidFill>
                  <a:srgbClr val="FF0000"/>
                </a:solidFill>
              </a:rPr>
              <a:t>Problem Statement</a:t>
            </a:r>
          </a:p>
        </p:txBody>
      </p:sp>
      <p:sp>
        <p:nvSpPr>
          <p:cNvPr id="3" name="Text Placeholder 2">
            <a:extLst>
              <a:ext uri="{FF2B5EF4-FFF2-40B4-BE49-F238E27FC236}">
                <a16:creationId xmlns:a16="http://schemas.microsoft.com/office/drawing/2014/main" xmlns="" id="{05F69031-31C6-671C-19BA-1EB186B2398E}"/>
              </a:ext>
            </a:extLst>
          </p:cNvPr>
          <p:cNvSpPr>
            <a:spLocks noGrp="1"/>
          </p:cNvSpPr>
          <p:nvPr>
            <p:ph type="body" idx="1"/>
          </p:nvPr>
        </p:nvSpPr>
        <p:spPr/>
        <p:txBody>
          <a:bodyPr/>
          <a:lstStyle/>
          <a:p>
            <a:pPr marL="114300" indent="0" algn="just">
              <a:buNone/>
            </a:pPr>
            <a:r>
              <a:rPr lang="en-US" dirty="0"/>
              <a:t>The Employee Management System (EMS) is designed to efficiently manage employee information, job roles, departments, payroll, qualifications, and leave records within an organization. The system ensures data integrity through relational tables using foreign keys and cascading actions. It also supports analytical queries to provide insights into workforce distribution, salaries, bonuses, leave patterns, and payroll expenses—streamlining HR operations and decision-making.</a:t>
            </a:r>
            <a:endParaRPr lang="en-IN" dirty="0"/>
          </a:p>
        </p:txBody>
      </p:sp>
    </p:spTree>
    <p:extLst>
      <p:ext uri="{BB962C8B-B14F-4D97-AF65-F5344CB8AC3E}">
        <p14:creationId xmlns:p14="http://schemas.microsoft.com/office/powerpoint/2010/main" val="3706761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8BAE940-DC6D-EDF7-D2C0-859C628E08FC}"/>
              </a:ext>
            </a:extLst>
          </p:cNvPr>
          <p:cNvSpPr>
            <a:spLocks noGrp="1"/>
          </p:cNvSpPr>
          <p:nvPr>
            <p:ph type="title"/>
          </p:nvPr>
        </p:nvSpPr>
        <p:spPr/>
        <p:txBody>
          <a:bodyPr>
            <a:noAutofit/>
          </a:bodyPr>
          <a:lstStyle/>
          <a:p>
            <a:r>
              <a:rPr lang="en-US" sz="2400" dirty="0"/>
              <a:t/>
            </a:r>
            <a:br>
              <a:rPr lang="en-US" sz="2400" dirty="0"/>
            </a:br>
            <a:r>
              <a:rPr lang="en-US" sz="2400" dirty="0"/>
              <a:t/>
            </a:r>
            <a:br>
              <a:rPr lang="en-US" sz="2400" dirty="0"/>
            </a:br>
            <a:r>
              <a:rPr lang="en-US" sz="2400" dirty="0"/>
              <a:t>e database contains </a:t>
            </a:r>
            <a:r>
              <a:rPr lang="en-US" sz="2400" b="1" dirty="0"/>
              <a:t>six interconnected tables</a:t>
            </a:r>
            <a:r>
              <a:rPr lang="en-US" sz="2400" dirty="0"/>
              <a:t>, each performing a specific function:</a:t>
            </a:r>
            <a:br>
              <a:rPr lang="en-US" sz="2400" dirty="0"/>
            </a:br>
            <a:r>
              <a:rPr lang="en-US" sz="2400" b="1" dirty="0" err="1"/>
              <a:t>JobDepartment</a:t>
            </a:r>
            <a:r>
              <a:rPr lang="en-US" sz="2400" b="1" dirty="0"/>
              <a:t/>
            </a:r>
            <a:br>
              <a:rPr lang="en-US" sz="2400" b="1" dirty="0"/>
            </a:br>
            <a:r>
              <a:rPr lang="en-US" sz="2400" dirty="0"/>
              <a:t>Stores job roles, departments, and descriptions.</a:t>
            </a:r>
            <a:br>
              <a:rPr lang="en-US" sz="2400" dirty="0"/>
            </a:br>
            <a:r>
              <a:rPr lang="en-US" sz="2400" dirty="0"/>
              <a:t/>
            </a:r>
            <a:br>
              <a:rPr lang="en-US" sz="2400" dirty="0"/>
            </a:br>
            <a:r>
              <a:rPr lang="en-US" sz="2400" dirty="0"/>
              <a:t/>
            </a:r>
            <a:br>
              <a:rPr lang="en-US" sz="2400" dirty="0"/>
            </a:br>
            <a:r>
              <a:rPr lang="en-US" sz="2400" dirty="0"/>
              <a:t/>
            </a:r>
            <a:br>
              <a:rPr lang="en-US" sz="2400" dirty="0"/>
            </a:br>
            <a:r>
              <a:rPr lang="en-US" sz="2400" dirty="0"/>
              <a:t/>
            </a:r>
            <a:br>
              <a:rPr lang="en-US" sz="2400" dirty="0"/>
            </a:br>
            <a:r>
              <a:rPr lang="en-US" sz="2400" dirty="0"/>
              <a:t/>
            </a:r>
            <a:br>
              <a:rPr lang="en-US" sz="2400" dirty="0"/>
            </a:br>
            <a:r>
              <a:rPr lang="en-US" sz="2400" dirty="0"/>
              <a:t/>
            </a:r>
            <a:br>
              <a:rPr lang="en-US" sz="2400" dirty="0"/>
            </a:br>
            <a:r>
              <a:rPr lang="en-US" sz="2400" dirty="0"/>
              <a:t/>
            </a:r>
            <a:br>
              <a:rPr lang="en-US" sz="2400" dirty="0"/>
            </a:br>
            <a:r>
              <a:rPr lang="en-US" sz="2400" dirty="0"/>
              <a:t/>
            </a:r>
            <a:br>
              <a:rPr lang="en-US" sz="2400" dirty="0"/>
            </a:br>
            <a:r>
              <a:rPr lang="en-US" sz="2400" dirty="0"/>
              <a:t/>
            </a:r>
            <a:br>
              <a:rPr lang="en-US" sz="2400" dirty="0"/>
            </a:br>
            <a:r>
              <a:rPr lang="en-US" sz="2400" dirty="0"/>
              <a:t/>
            </a:r>
            <a:br>
              <a:rPr lang="en-US" sz="2400" dirty="0"/>
            </a:br>
            <a:r>
              <a:rPr lang="en-US" sz="2400" dirty="0"/>
              <a:t/>
            </a:r>
            <a:br>
              <a:rPr lang="en-US" sz="2400" dirty="0"/>
            </a:br>
            <a:r>
              <a:rPr lang="en-US" sz="2400" dirty="0"/>
              <a:t>The database contains </a:t>
            </a:r>
            <a:r>
              <a:rPr lang="en-US" sz="2400" b="1" dirty="0"/>
              <a:t>six interconnected tables</a:t>
            </a:r>
            <a:r>
              <a:rPr lang="en-US" sz="2400" dirty="0"/>
              <a:t>, each performing a specific function:</a:t>
            </a:r>
            <a:br>
              <a:rPr lang="en-US" sz="2400" dirty="0"/>
            </a:br>
            <a:r>
              <a:rPr lang="en-US" sz="2400" b="1" u="sng" dirty="0" err="1"/>
              <a:t>JobDepartment</a:t>
            </a:r>
            <a:r>
              <a:rPr lang="en-US" sz="2400" b="1" dirty="0"/>
              <a:t/>
            </a:r>
            <a:br>
              <a:rPr lang="en-US" sz="2400" b="1" dirty="0"/>
            </a:br>
            <a:r>
              <a:rPr lang="en-US" sz="2400" dirty="0"/>
              <a:t>Stores job roles, departments, and descriptions.</a:t>
            </a:r>
            <a:br>
              <a:rPr lang="en-US" sz="2400" dirty="0"/>
            </a:br>
            <a:r>
              <a:rPr lang="en-US" sz="2400" b="1" u="sng" dirty="0" err="1"/>
              <a:t>SalaryBonus</a:t>
            </a:r>
            <a:r>
              <a:rPr lang="en-US" sz="2400" b="1" dirty="0"/>
              <a:t/>
            </a:r>
            <a:br>
              <a:rPr lang="en-US" sz="2400" b="1" dirty="0"/>
            </a:br>
            <a:r>
              <a:rPr lang="en-US" sz="2400" dirty="0"/>
              <a:t>Contains salary, bonus, and annual pay for each job role.</a:t>
            </a:r>
            <a:br>
              <a:rPr lang="en-US" sz="2400" dirty="0"/>
            </a:br>
            <a:r>
              <a:rPr lang="en-US" sz="2400" b="1" u="sng" dirty="0"/>
              <a:t>Employee</a:t>
            </a:r>
            <a:r>
              <a:rPr lang="en-US" sz="2400" b="1" dirty="0"/>
              <a:t/>
            </a:r>
            <a:br>
              <a:rPr lang="en-US" sz="2400" b="1" dirty="0"/>
            </a:br>
            <a:r>
              <a:rPr lang="en-US" sz="2400" dirty="0"/>
              <a:t>Holds employee personal information, contact details, and job assignment.</a:t>
            </a:r>
            <a:br>
              <a:rPr lang="en-US" sz="2400" dirty="0"/>
            </a:br>
            <a:r>
              <a:rPr lang="en-US" sz="2400" b="1" u="sng" dirty="0"/>
              <a:t>Qualification</a:t>
            </a:r>
            <a:r>
              <a:rPr lang="en-US" sz="2400" b="1" dirty="0"/>
              <a:t/>
            </a:r>
            <a:br>
              <a:rPr lang="en-US" sz="2400" b="1" dirty="0"/>
            </a:br>
            <a:r>
              <a:rPr lang="en-US" sz="2400" dirty="0"/>
              <a:t>Maintains qualification, skills, and requirements for each employee’s position.</a:t>
            </a:r>
            <a:br>
              <a:rPr lang="en-US" sz="2400" dirty="0"/>
            </a:br>
            <a:r>
              <a:rPr lang="en-US" sz="2400" b="1" u="sng" dirty="0"/>
              <a:t>Leaves</a:t>
            </a:r>
            <a:r>
              <a:rPr lang="en-US" sz="2400" b="1" dirty="0"/>
              <a:t/>
            </a:r>
            <a:br>
              <a:rPr lang="en-US" sz="2400" b="1" dirty="0"/>
            </a:br>
            <a:r>
              <a:rPr lang="en-US" sz="2400" dirty="0"/>
              <a:t>Tracks employee leave details such as date and reason.</a:t>
            </a:r>
            <a:br>
              <a:rPr lang="en-US" sz="2400" dirty="0"/>
            </a:br>
            <a:r>
              <a:rPr lang="en-US" sz="2400" b="1" u="sng" dirty="0"/>
              <a:t>Payroll</a:t>
            </a:r>
            <a:r>
              <a:rPr lang="en-US" sz="2400" b="1" dirty="0"/>
              <a:t/>
            </a:r>
            <a:br>
              <a:rPr lang="en-US" sz="2400" b="1" dirty="0"/>
            </a:br>
            <a:r>
              <a:rPr lang="en-US" sz="2400" dirty="0"/>
              <a:t>Combines employee, job, salary, and leave data to calculate final payments.</a:t>
            </a:r>
            <a:br>
              <a:rPr lang="en-US" sz="2400" dirty="0"/>
            </a:br>
            <a:r>
              <a:rPr lang="en-US" sz="2400" b="1" u="sng" dirty="0"/>
              <a:t>Foreign Key Relationships</a:t>
            </a:r>
            <a:r>
              <a:rPr lang="en-US" sz="2400" dirty="0"/>
              <a:t/>
            </a:r>
            <a:br>
              <a:rPr lang="en-US" sz="2400" dirty="0"/>
            </a:br>
            <a:r>
              <a:rPr lang="en-US" sz="2400" dirty="0"/>
              <a:t>The tables are connected using foreign keys with </a:t>
            </a:r>
            <a:r>
              <a:rPr lang="en-US" sz="2400" b="1" dirty="0"/>
              <a:t>CASCADE</a:t>
            </a:r>
            <a:r>
              <a:rPr lang="en-US" sz="2400" dirty="0"/>
              <a:t> and </a:t>
            </a:r>
            <a:r>
              <a:rPr lang="en-US" sz="2400" b="1" dirty="0"/>
              <a:t>SET NULL</a:t>
            </a:r>
            <a:r>
              <a:rPr lang="en-US" sz="2400" dirty="0"/>
              <a:t> rules to maintain data integrity.</a:t>
            </a:r>
            <a:br>
              <a:rPr lang="en-US" sz="2400" dirty="0"/>
            </a:br>
            <a:endParaRPr lang="en-IN" sz="2400" dirty="0"/>
          </a:p>
        </p:txBody>
      </p:sp>
      <p:sp>
        <p:nvSpPr>
          <p:cNvPr id="3" name="Text Placeholder 2">
            <a:extLst>
              <a:ext uri="{FF2B5EF4-FFF2-40B4-BE49-F238E27FC236}">
                <a16:creationId xmlns:a16="http://schemas.microsoft.com/office/drawing/2014/main" xmlns="" id="{89422ED4-7AE8-244B-C2F8-E627D9D91690}"/>
              </a:ext>
            </a:extLst>
          </p:cNvPr>
          <p:cNvSpPr txBox="1">
            <a:spLocks/>
          </p:cNvSpPr>
          <p:nvPr/>
        </p:nvSpPr>
        <p:spPr>
          <a:xfrm>
            <a:off x="639097" y="491613"/>
            <a:ext cx="10714703" cy="568535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r>
              <a:rPr lang="en-US" dirty="0"/>
              <a:t>.</a:t>
            </a:r>
            <a:endParaRPr lang="en-IN" dirty="0"/>
          </a:p>
        </p:txBody>
      </p:sp>
    </p:spTree>
    <p:extLst>
      <p:ext uri="{BB962C8B-B14F-4D97-AF65-F5344CB8AC3E}">
        <p14:creationId xmlns:p14="http://schemas.microsoft.com/office/powerpoint/2010/main" val="16300310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BBF758DD-115F-6AC7-63CF-0E9BDE07E169}"/>
              </a:ext>
            </a:extLst>
          </p:cNvPr>
          <p:cNvPicPr>
            <a:picLocks noChangeAspect="1"/>
          </p:cNvPicPr>
          <p:nvPr/>
        </p:nvPicPr>
        <p:blipFill>
          <a:blip r:embed="rId2"/>
          <a:stretch>
            <a:fillRect/>
          </a:stretch>
        </p:blipFill>
        <p:spPr>
          <a:xfrm>
            <a:off x="904568" y="1069316"/>
            <a:ext cx="5919019" cy="2359684"/>
          </a:xfrm>
          <a:prstGeom prst="rect">
            <a:avLst/>
          </a:prstGeom>
        </p:spPr>
      </p:pic>
      <p:pic>
        <p:nvPicPr>
          <p:cNvPr id="5" name="Picture 4">
            <a:extLst>
              <a:ext uri="{FF2B5EF4-FFF2-40B4-BE49-F238E27FC236}">
                <a16:creationId xmlns:a16="http://schemas.microsoft.com/office/drawing/2014/main" xmlns="" id="{0341388D-5737-9F4F-9CB9-968F7A06455B}"/>
              </a:ext>
            </a:extLst>
          </p:cNvPr>
          <p:cNvPicPr>
            <a:picLocks noChangeAspect="1"/>
          </p:cNvPicPr>
          <p:nvPr/>
        </p:nvPicPr>
        <p:blipFill>
          <a:blip r:embed="rId3"/>
          <a:stretch>
            <a:fillRect/>
          </a:stretch>
        </p:blipFill>
        <p:spPr>
          <a:xfrm>
            <a:off x="7701648" y="1069316"/>
            <a:ext cx="3467797" cy="2406030"/>
          </a:xfrm>
          <a:prstGeom prst="rect">
            <a:avLst/>
          </a:prstGeom>
        </p:spPr>
      </p:pic>
      <p:pic>
        <p:nvPicPr>
          <p:cNvPr id="7" name="Picture 6">
            <a:extLst>
              <a:ext uri="{FF2B5EF4-FFF2-40B4-BE49-F238E27FC236}">
                <a16:creationId xmlns:a16="http://schemas.microsoft.com/office/drawing/2014/main" xmlns="" id="{5E360323-F05B-EEB1-4003-3F4615080F80}"/>
              </a:ext>
            </a:extLst>
          </p:cNvPr>
          <p:cNvPicPr>
            <a:picLocks noChangeAspect="1"/>
          </p:cNvPicPr>
          <p:nvPr/>
        </p:nvPicPr>
        <p:blipFill>
          <a:blip r:embed="rId4"/>
          <a:stretch>
            <a:fillRect/>
          </a:stretch>
        </p:blipFill>
        <p:spPr>
          <a:xfrm>
            <a:off x="1619162" y="4056686"/>
            <a:ext cx="8392888" cy="2446209"/>
          </a:xfrm>
          <a:prstGeom prst="rect">
            <a:avLst/>
          </a:prstGeom>
        </p:spPr>
      </p:pic>
      <p:sp>
        <p:nvSpPr>
          <p:cNvPr id="10" name="TextBox 9">
            <a:extLst>
              <a:ext uri="{FF2B5EF4-FFF2-40B4-BE49-F238E27FC236}">
                <a16:creationId xmlns:a16="http://schemas.microsoft.com/office/drawing/2014/main" xmlns="" id="{9D5049AF-021E-305C-0FE8-1DCE1994CE23}"/>
              </a:ext>
            </a:extLst>
          </p:cNvPr>
          <p:cNvSpPr txBox="1"/>
          <p:nvPr/>
        </p:nvSpPr>
        <p:spPr>
          <a:xfrm>
            <a:off x="1042218" y="427428"/>
            <a:ext cx="3061695" cy="523220"/>
          </a:xfrm>
          <a:prstGeom prst="rect">
            <a:avLst/>
          </a:prstGeom>
          <a:noFill/>
        </p:spPr>
        <p:txBody>
          <a:bodyPr wrap="square" rtlCol="0">
            <a:spAutoFit/>
          </a:bodyPr>
          <a:lstStyle/>
          <a:p>
            <a:r>
              <a:rPr lang="en-US" sz="2800" b="1" dirty="0">
                <a:solidFill>
                  <a:srgbClr val="FF0000"/>
                </a:solidFill>
              </a:rPr>
              <a:t>Job Department</a:t>
            </a:r>
            <a:endParaRPr lang="en-IN" sz="2800" dirty="0">
              <a:solidFill>
                <a:srgbClr val="FF0000"/>
              </a:solidFill>
            </a:endParaRPr>
          </a:p>
        </p:txBody>
      </p:sp>
      <p:sp>
        <p:nvSpPr>
          <p:cNvPr id="11" name="TextBox 10">
            <a:extLst>
              <a:ext uri="{FF2B5EF4-FFF2-40B4-BE49-F238E27FC236}">
                <a16:creationId xmlns:a16="http://schemas.microsoft.com/office/drawing/2014/main" xmlns="" id="{E44EEA74-26EB-284F-39D1-00AEA2FAD6C8}"/>
              </a:ext>
            </a:extLst>
          </p:cNvPr>
          <p:cNvSpPr txBox="1"/>
          <p:nvPr/>
        </p:nvSpPr>
        <p:spPr>
          <a:xfrm>
            <a:off x="7701648" y="355105"/>
            <a:ext cx="3581400" cy="523220"/>
          </a:xfrm>
          <a:prstGeom prst="rect">
            <a:avLst/>
          </a:prstGeom>
          <a:noFill/>
        </p:spPr>
        <p:txBody>
          <a:bodyPr wrap="square" rtlCol="0">
            <a:spAutoFit/>
          </a:bodyPr>
          <a:lstStyle/>
          <a:p>
            <a:r>
              <a:rPr lang="en-US" sz="2800" b="1" dirty="0">
                <a:solidFill>
                  <a:srgbClr val="FF0000"/>
                </a:solidFill>
                <a:latin typeface="Calibri" panose="020F0502020204030204" pitchFamily="34" charset="0"/>
                <a:ea typeface="Calibri" panose="020F0502020204030204" pitchFamily="34" charset="0"/>
                <a:cs typeface="Calibri" panose="020F0502020204030204" pitchFamily="34" charset="0"/>
              </a:rPr>
              <a:t>Salary Bonus</a:t>
            </a:r>
            <a:endParaRPr lang="en-IN" sz="2800"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xmlns="" id="{D7FB53EB-C560-10F9-A110-DCB45440AC00}"/>
              </a:ext>
            </a:extLst>
          </p:cNvPr>
          <p:cNvSpPr txBox="1"/>
          <p:nvPr/>
        </p:nvSpPr>
        <p:spPr>
          <a:xfrm>
            <a:off x="4724400" y="3619991"/>
            <a:ext cx="1926771" cy="523220"/>
          </a:xfrm>
          <a:prstGeom prst="rect">
            <a:avLst/>
          </a:prstGeom>
          <a:noFill/>
        </p:spPr>
        <p:txBody>
          <a:bodyPr wrap="square" rtlCol="0">
            <a:spAutoFit/>
          </a:bodyPr>
          <a:lstStyle/>
          <a:p>
            <a:r>
              <a:rPr lang="en-US" sz="2800" b="1" dirty="0">
                <a:solidFill>
                  <a:srgbClr val="FF0000"/>
                </a:solidFill>
                <a:latin typeface="Calibri" panose="020F0502020204030204" pitchFamily="34" charset="0"/>
                <a:ea typeface="Calibri" panose="020F0502020204030204" pitchFamily="34" charset="0"/>
                <a:cs typeface="Calibri" panose="020F0502020204030204" pitchFamily="34" charset="0"/>
              </a:rPr>
              <a:t>Employee</a:t>
            </a:r>
            <a:endParaRPr lang="en-IN" sz="2800"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993128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B102A15E-AFFF-3706-4B21-17418BA99B26}"/>
              </a:ext>
            </a:extLst>
          </p:cNvPr>
          <p:cNvPicPr>
            <a:picLocks noChangeAspect="1"/>
          </p:cNvPicPr>
          <p:nvPr/>
        </p:nvPicPr>
        <p:blipFill>
          <a:blip r:embed="rId2"/>
          <a:stretch>
            <a:fillRect/>
          </a:stretch>
        </p:blipFill>
        <p:spPr>
          <a:xfrm>
            <a:off x="747252" y="889195"/>
            <a:ext cx="5651351" cy="2539805"/>
          </a:xfrm>
          <a:prstGeom prst="rect">
            <a:avLst/>
          </a:prstGeom>
        </p:spPr>
      </p:pic>
      <p:pic>
        <p:nvPicPr>
          <p:cNvPr id="5" name="Picture 4">
            <a:extLst>
              <a:ext uri="{FF2B5EF4-FFF2-40B4-BE49-F238E27FC236}">
                <a16:creationId xmlns:a16="http://schemas.microsoft.com/office/drawing/2014/main" xmlns="" id="{A9CFB5A8-D4C6-7A66-E1C4-839817E9BC69}"/>
              </a:ext>
            </a:extLst>
          </p:cNvPr>
          <p:cNvPicPr>
            <a:picLocks noChangeAspect="1"/>
          </p:cNvPicPr>
          <p:nvPr/>
        </p:nvPicPr>
        <p:blipFill>
          <a:blip r:embed="rId3"/>
          <a:stretch>
            <a:fillRect/>
          </a:stretch>
        </p:blipFill>
        <p:spPr>
          <a:xfrm>
            <a:off x="7393857" y="709244"/>
            <a:ext cx="3903407" cy="2616230"/>
          </a:xfrm>
          <a:prstGeom prst="rect">
            <a:avLst/>
          </a:prstGeom>
        </p:spPr>
      </p:pic>
      <p:pic>
        <p:nvPicPr>
          <p:cNvPr id="7" name="Picture 6">
            <a:extLst>
              <a:ext uri="{FF2B5EF4-FFF2-40B4-BE49-F238E27FC236}">
                <a16:creationId xmlns:a16="http://schemas.microsoft.com/office/drawing/2014/main" xmlns="" id="{2C37B47C-57CA-8535-D65D-88F122AD78F6}"/>
              </a:ext>
            </a:extLst>
          </p:cNvPr>
          <p:cNvPicPr>
            <a:picLocks noChangeAspect="1"/>
          </p:cNvPicPr>
          <p:nvPr/>
        </p:nvPicPr>
        <p:blipFill>
          <a:blip r:embed="rId4"/>
          <a:stretch>
            <a:fillRect/>
          </a:stretch>
        </p:blipFill>
        <p:spPr>
          <a:xfrm>
            <a:off x="2150104" y="4055747"/>
            <a:ext cx="6745874" cy="2696759"/>
          </a:xfrm>
          <a:prstGeom prst="rect">
            <a:avLst/>
          </a:prstGeom>
        </p:spPr>
      </p:pic>
      <p:sp>
        <p:nvSpPr>
          <p:cNvPr id="8" name="TextBox 7">
            <a:extLst>
              <a:ext uri="{FF2B5EF4-FFF2-40B4-BE49-F238E27FC236}">
                <a16:creationId xmlns:a16="http://schemas.microsoft.com/office/drawing/2014/main" xmlns="" id="{203483CF-43C1-075A-E97E-33E011638B89}"/>
              </a:ext>
            </a:extLst>
          </p:cNvPr>
          <p:cNvSpPr txBox="1"/>
          <p:nvPr/>
        </p:nvSpPr>
        <p:spPr>
          <a:xfrm>
            <a:off x="747252" y="262449"/>
            <a:ext cx="2371505" cy="523220"/>
          </a:xfrm>
          <a:prstGeom prst="rect">
            <a:avLst/>
          </a:prstGeom>
          <a:noFill/>
        </p:spPr>
        <p:txBody>
          <a:bodyPr wrap="square" rtlCol="0">
            <a:spAutoFit/>
          </a:bodyPr>
          <a:lstStyle/>
          <a:p>
            <a:r>
              <a:rPr lang="en-US" sz="2800" b="1" dirty="0">
                <a:solidFill>
                  <a:srgbClr val="FF0000"/>
                </a:solidFill>
                <a:latin typeface="Calibri" panose="020F0502020204030204" pitchFamily="34" charset="0"/>
                <a:ea typeface="Calibri" panose="020F0502020204030204" pitchFamily="34" charset="0"/>
                <a:cs typeface="Calibri" panose="020F0502020204030204" pitchFamily="34" charset="0"/>
              </a:rPr>
              <a:t>Qualification</a:t>
            </a:r>
            <a:endParaRPr lang="en-IN" sz="2800"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xmlns="" id="{DC434AB4-C9A2-4455-CF14-C983B4236541}"/>
              </a:ext>
            </a:extLst>
          </p:cNvPr>
          <p:cNvSpPr txBox="1"/>
          <p:nvPr/>
        </p:nvSpPr>
        <p:spPr>
          <a:xfrm>
            <a:off x="7649497" y="101604"/>
            <a:ext cx="1818968" cy="523220"/>
          </a:xfrm>
          <a:prstGeom prst="rect">
            <a:avLst/>
          </a:prstGeom>
          <a:noFill/>
        </p:spPr>
        <p:txBody>
          <a:bodyPr wrap="square" rtlCol="0">
            <a:spAutoFit/>
          </a:bodyPr>
          <a:lstStyle/>
          <a:p>
            <a:r>
              <a:rPr lang="en-US" sz="2800" b="1" dirty="0">
                <a:solidFill>
                  <a:srgbClr val="FF0000"/>
                </a:solidFill>
              </a:rPr>
              <a:t>Leaves</a:t>
            </a:r>
            <a:endParaRPr lang="en-IN" sz="2800" dirty="0">
              <a:solidFill>
                <a:srgbClr val="FF0000"/>
              </a:solidFill>
            </a:endParaRPr>
          </a:p>
        </p:txBody>
      </p:sp>
      <p:sp>
        <p:nvSpPr>
          <p:cNvPr id="11" name="TextBox 10">
            <a:extLst>
              <a:ext uri="{FF2B5EF4-FFF2-40B4-BE49-F238E27FC236}">
                <a16:creationId xmlns:a16="http://schemas.microsoft.com/office/drawing/2014/main" xmlns="" id="{24E0D72C-40A7-5BC0-688B-ED4F089B45AE}"/>
              </a:ext>
            </a:extLst>
          </p:cNvPr>
          <p:cNvSpPr txBox="1"/>
          <p:nvPr/>
        </p:nvSpPr>
        <p:spPr>
          <a:xfrm>
            <a:off x="4798142" y="3532527"/>
            <a:ext cx="1838631" cy="523220"/>
          </a:xfrm>
          <a:prstGeom prst="rect">
            <a:avLst/>
          </a:prstGeom>
          <a:noFill/>
        </p:spPr>
        <p:txBody>
          <a:bodyPr wrap="square" rtlCol="0">
            <a:spAutoFit/>
          </a:bodyPr>
          <a:lstStyle/>
          <a:p>
            <a:r>
              <a:rPr lang="en-US" sz="2800" b="1" dirty="0">
                <a:solidFill>
                  <a:srgbClr val="FF0000"/>
                </a:solidFill>
                <a:latin typeface="Calibri" panose="020F0502020204030204" pitchFamily="34" charset="0"/>
                <a:ea typeface="Calibri" panose="020F0502020204030204" pitchFamily="34" charset="0"/>
                <a:cs typeface="Calibri" panose="020F0502020204030204" pitchFamily="34" charset="0"/>
              </a:rPr>
              <a:t>Payroll</a:t>
            </a:r>
            <a:endParaRPr lang="en-IN" sz="2800"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334250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E70AAA9-2181-1B53-04F9-18102854E577}"/>
              </a:ext>
            </a:extLst>
          </p:cNvPr>
          <p:cNvSpPr>
            <a:spLocks noGrp="1"/>
          </p:cNvSpPr>
          <p:nvPr>
            <p:ph type="title"/>
          </p:nvPr>
        </p:nvSpPr>
        <p:spPr>
          <a:xfrm>
            <a:off x="838200" y="365125"/>
            <a:ext cx="10515600" cy="382127"/>
          </a:xfrm>
        </p:spPr>
        <p:txBody>
          <a:bodyPr>
            <a:normAutofit fontScale="90000"/>
          </a:bodyPr>
          <a:lstStyle/>
          <a:p>
            <a:r>
              <a:rPr lang="en-IN" b="1" dirty="0">
                <a:solidFill>
                  <a:srgbClr val="FF0000"/>
                </a:solidFill>
              </a:rPr>
              <a:t>ER Diagram &amp; Schema Explanation</a:t>
            </a:r>
          </a:p>
        </p:txBody>
      </p:sp>
      <p:pic>
        <p:nvPicPr>
          <p:cNvPr id="5" name="Picture 4">
            <a:extLst>
              <a:ext uri="{FF2B5EF4-FFF2-40B4-BE49-F238E27FC236}">
                <a16:creationId xmlns:a16="http://schemas.microsoft.com/office/drawing/2014/main" xmlns="" id="{3FDBF05A-7A7D-4CF6-E393-98D983BD3962}"/>
              </a:ext>
            </a:extLst>
          </p:cNvPr>
          <p:cNvPicPr>
            <a:picLocks noChangeAspect="1"/>
          </p:cNvPicPr>
          <p:nvPr/>
        </p:nvPicPr>
        <p:blipFill>
          <a:blip r:embed="rId2"/>
          <a:stretch>
            <a:fillRect/>
          </a:stretch>
        </p:blipFill>
        <p:spPr>
          <a:xfrm>
            <a:off x="2314937" y="1069938"/>
            <a:ext cx="7186013" cy="5267201"/>
          </a:xfrm>
          <a:prstGeom prst="rect">
            <a:avLst/>
          </a:prstGeom>
        </p:spPr>
      </p:pic>
    </p:spTree>
    <p:extLst>
      <p:ext uri="{BB962C8B-B14F-4D97-AF65-F5344CB8AC3E}">
        <p14:creationId xmlns:p14="http://schemas.microsoft.com/office/powerpoint/2010/main" val="10804562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xmlns="" id="{7CFE7605-5A74-FECC-D6A3-D3CF9E91D6FD}"/>
            </a:ext>
          </a:extLst>
        </p:cNvPr>
        <p:cNvGrpSpPr/>
        <p:nvPr/>
      </p:nvGrpSpPr>
      <p:grpSpPr>
        <a:xfrm>
          <a:off x="0" y="0"/>
          <a:ext cx="0" cy="0"/>
          <a:chOff x="0" y="0"/>
          <a:chExt cx="0" cy="0"/>
        </a:xfrm>
      </p:grpSpPr>
      <p:sp>
        <p:nvSpPr>
          <p:cNvPr id="104" name="Google Shape;104;p3">
            <a:extLst>
              <a:ext uri="{FF2B5EF4-FFF2-40B4-BE49-F238E27FC236}">
                <a16:creationId xmlns:a16="http://schemas.microsoft.com/office/drawing/2014/main" xmlns="" id="{C450E9F2-3E68-0CE5-9DF5-056F22D3A0C2}"/>
              </a:ext>
            </a:extLst>
          </p:cNvPr>
          <p:cNvSpPr txBox="1"/>
          <p:nvPr/>
        </p:nvSpPr>
        <p:spPr>
          <a:xfrm>
            <a:off x="836134" y="1259843"/>
            <a:ext cx="9091988" cy="1938952"/>
          </a:xfrm>
          <a:prstGeom prst="rect">
            <a:avLst/>
          </a:prstGeom>
          <a:noFill/>
          <a:ln>
            <a:noFill/>
          </a:ln>
        </p:spPr>
        <p:txBody>
          <a:bodyPr spcFirstLastPara="1" wrap="square" lIns="91425" tIns="45700" rIns="91425" bIns="45700" anchor="t" anchorCtr="0">
            <a:spAutoFit/>
          </a:bodyPr>
          <a:lstStyle/>
          <a:p>
            <a:pPr marL="457200" lvl="0" indent="-457200">
              <a:buClr>
                <a:schemeClr val="dk1"/>
              </a:buClr>
              <a:buSzPts val="2400"/>
              <a:buAutoNum type="arabicPeriod"/>
            </a:pPr>
            <a:r>
              <a:rPr lang="en-US" sz="2400" b="1" dirty="0">
                <a:latin typeface="Calibri" panose="020F0502020204030204" pitchFamily="34" charset="0"/>
                <a:ea typeface="Calibri" panose="020F0502020204030204" pitchFamily="34" charset="0"/>
                <a:cs typeface="Calibri" panose="020F0502020204030204" pitchFamily="34" charset="0"/>
              </a:rPr>
              <a:t>EMPLOYEE INSIGHTS </a:t>
            </a:r>
          </a:p>
          <a:p>
            <a:pPr lvl="0">
              <a:buClr>
                <a:schemeClr val="dk1"/>
              </a:buClr>
              <a:buSzPts val="2400"/>
            </a:pPr>
            <a:endParaRPr lang="en-US" sz="2400" dirty="0"/>
          </a:p>
          <a:p>
            <a:pPr lvl="0">
              <a:buClr>
                <a:schemeClr val="dk1"/>
              </a:buClr>
              <a:buSzPts val="2400"/>
            </a:pPr>
            <a:r>
              <a:rPr lang="en-US" sz="2400" dirty="0"/>
              <a:t>       ● </a:t>
            </a:r>
            <a:r>
              <a:rPr lang="en-US" sz="2400" dirty="0">
                <a:solidFill>
                  <a:schemeClr val="tx1"/>
                </a:solidFill>
                <a:latin typeface="Calibri" panose="020F0502020204030204" pitchFamily="34" charset="0"/>
                <a:ea typeface="Calibri" panose="020F0502020204030204" pitchFamily="34" charset="0"/>
                <a:cs typeface="Calibri" panose="020F0502020204030204" pitchFamily="34" charset="0"/>
              </a:rPr>
              <a:t>How many unique employees are currently in the system?</a:t>
            </a:r>
          </a:p>
          <a:p>
            <a:pPr lvl="0">
              <a:buClr>
                <a:schemeClr val="dk1"/>
              </a:buClr>
              <a:buSzPts val="2400"/>
            </a:pPr>
            <a:endParaRPr lang="en-US" sz="2400" dirty="0"/>
          </a:p>
          <a:p>
            <a:pPr lvl="0">
              <a:buClr>
                <a:schemeClr val="dk1"/>
              </a:buClr>
              <a:buSzPts val="2400"/>
            </a:pPr>
            <a:r>
              <a:rPr lang="en-US" sz="2400" dirty="0">
                <a:solidFill>
                  <a:schemeClr val="accent4"/>
                </a:solidFill>
              </a:rPr>
              <a:t>              </a:t>
            </a:r>
            <a:endParaRPr sz="2400" b="1" i="0" u="none" strike="noStrike" cap="none" dirty="0">
              <a:solidFill>
                <a:schemeClr val="accent6"/>
              </a:solidFill>
              <a:latin typeface="Calibri"/>
              <a:ea typeface="Calibri"/>
              <a:cs typeface="Calibri"/>
              <a:sym typeface="Calibri"/>
            </a:endParaRPr>
          </a:p>
        </p:txBody>
      </p:sp>
      <p:sp>
        <p:nvSpPr>
          <p:cNvPr id="105" name="Google Shape;105;p3">
            <a:extLst>
              <a:ext uri="{FF2B5EF4-FFF2-40B4-BE49-F238E27FC236}">
                <a16:creationId xmlns:a16="http://schemas.microsoft.com/office/drawing/2014/main" xmlns="" id="{C72B079C-28CB-5C28-518F-B5421F1AA16D}"/>
              </a:ext>
            </a:extLst>
          </p:cNvPr>
          <p:cNvSpPr txBox="1"/>
          <p:nvPr/>
        </p:nvSpPr>
        <p:spPr>
          <a:xfrm>
            <a:off x="460313" y="481868"/>
            <a:ext cx="6099463" cy="486247"/>
          </a:xfrm>
          <a:prstGeom prst="rect">
            <a:avLst/>
          </a:prstGeom>
          <a:noFill/>
          <a:ln>
            <a:noFill/>
          </a:ln>
        </p:spPr>
        <p:txBody>
          <a:bodyPr spcFirstLastPara="1" wrap="square" lIns="91425" tIns="45700" rIns="91425" bIns="45700" anchor="t" anchorCtr="0">
            <a:spAutoFit/>
          </a:bodyPr>
          <a:lstStyle/>
          <a:p>
            <a:pPr lvl="0">
              <a:lnSpc>
                <a:spcPct val="80000"/>
              </a:lnSpc>
              <a:buClr>
                <a:srgbClr val="FF0000"/>
              </a:buClr>
              <a:buSzPts val="3200"/>
            </a:pPr>
            <a:r>
              <a:rPr lang="en-IN" sz="3200" b="1" dirty="0">
                <a:solidFill>
                  <a:srgbClr val="FF0000"/>
                </a:solidFill>
              </a:rPr>
              <a:t>Analysis Questions</a:t>
            </a:r>
            <a:endParaRPr sz="1800" b="1" i="0" u="none" strike="noStrike" cap="none" dirty="0">
              <a:solidFill>
                <a:srgbClr val="FF0000"/>
              </a:solidFill>
              <a:latin typeface="Calibri"/>
              <a:ea typeface="Calibri"/>
              <a:cs typeface="Calibri"/>
              <a:sym typeface="Calibri"/>
            </a:endParaRPr>
          </a:p>
        </p:txBody>
      </p:sp>
      <p:pic>
        <p:nvPicPr>
          <p:cNvPr id="3" name="Picture 2">
            <a:extLst>
              <a:ext uri="{FF2B5EF4-FFF2-40B4-BE49-F238E27FC236}">
                <a16:creationId xmlns:a16="http://schemas.microsoft.com/office/drawing/2014/main" xmlns="" id="{86774439-C2B0-9B07-C214-A9FBBB0F8D37}"/>
              </a:ext>
            </a:extLst>
          </p:cNvPr>
          <p:cNvPicPr>
            <a:picLocks noChangeAspect="1"/>
          </p:cNvPicPr>
          <p:nvPr/>
        </p:nvPicPr>
        <p:blipFill>
          <a:blip r:embed="rId3"/>
          <a:stretch>
            <a:fillRect/>
          </a:stretch>
        </p:blipFill>
        <p:spPr>
          <a:xfrm>
            <a:off x="3510044" y="3772747"/>
            <a:ext cx="4240585" cy="2374286"/>
          </a:xfrm>
          <a:prstGeom prst="rect">
            <a:avLst/>
          </a:prstGeom>
        </p:spPr>
      </p:pic>
      <p:pic>
        <p:nvPicPr>
          <p:cNvPr id="4" name="Picture 3">
            <a:extLst>
              <a:ext uri="{FF2B5EF4-FFF2-40B4-BE49-F238E27FC236}">
                <a16:creationId xmlns:a16="http://schemas.microsoft.com/office/drawing/2014/main" xmlns="" id="{698D5997-7973-0947-C9E3-309EF7D7AF06}"/>
              </a:ext>
            </a:extLst>
          </p:cNvPr>
          <p:cNvPicPr>
            <a:picLocks noChangeAspect="1"/>
          </p:cNvPicPr>
          <p:nvPr/>
        </p:nvPicPr>
        <p:blipFill>
          <a:blip r:embed="rId4"/>
          <a:stretch>
            <a:fillRect/>
          </a:stretch>
        </p:blipFill>
        <p:spPr>
          <a:xfrm>
            <a:off x="1053352" y="2790816"/>
            <a:ext cx="10085296" cy="514368"/>
          </a:xfrm>
          <a:prstGeom prst="rect">
            <a:avLst/>
          </a:prstGeom>
        </p:spPr>
      </p:pic>
      <p:sp>
        <p:nvSpPr>
          <p:cNvPr id="2" name="Text Placeholder 2">
            <a:extLst>
              <a:ext uri="{FF2B5EF4-FFF2-40B4-BE49-F238E27FC236}">
                <a16:creationId xmlns:a16="http://schemas.microsoft.com/office/drawing/2014/main" xmlns="" id="{4BB67817-947F-BE26-F3B4-53E374DAD791}"/>
              </a:ext>
            </a:extLst>
          </p:cNvPr>
          <p:cNvSpPr txBox="1">
            <a:spLocks/>
          </p:cNvSpPr>
          <p:nvPr/>
        </p:nvSpPr>
        <p:spPr>
          <a:xfrm>
            <a:off x="570271" y="1160206"/>
            <a:ext cx="10783529" cy="50167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spTree>
    <p:extLst>
      <p:ext uri="{BB962C8B-B14F-4D97-AF65-F5344CB8AC3E}">
        <p14:creationId xmlns:p14="http://schemas.microsoft.com/office/powerpoint/2010/main" val="1097446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059FA04-343D-D744-FF0D-7B58D5C58D1D}"/>
              </a:ext>
            </a:extLst>
          </p:cNvPr>
          <p:cNvSpPr>
            <a:spLocks noGrp="1"/>
          </p:cNvSpPr>
          <p:nvPr>
            <p:ph type="title"/>
          </p:nvPr>
        </p:nvSpPr>
        <p:spPr/>
        <p:txBody>
          <a:bodyPr>
            <a:normAutofit/>
          </a:bodyPr>
          <a:lstStyle/>
          <a:p>
            <a:r>
              <a:rPr lang="en-US" sz="4000" dirty="0"/>
              <a:t>Which departments have the highest number of employees?</a:t>
            </a:r>
            <a:endParaRPr lang="en-IN" sz="4000" dirty="0"/>
          </a:p>
        </p:txBody>
      </p:sp>
      <p:pic>
        <p:nvPicPr>
          <p:cNvPr id="6" name="Picture 5">
            <a:extLst>
              <a:ext uri="{FF2B5EF4-FFF2-40B4-BE49-F238E27FC236}">
                <a16:creationId xmlns:a16="http://schemas.microsoft.com/office/drawing/2014/main" xmlns="" id="{D9AE14F5-00B2-1382-D039-215EE8EE2C57}"/>
              </a:ext>
            </a:extLst>
          </p:cNvPr>
          <p:cNvPicPr>
            <a:picLocks noChangeAspect="1"/>
          </p:cNvPicPr>
          <p:nvPr/>
        </p:nvPicPr>
        <p:blipFill>
          <a:blip r:embed="rId2"/>
          <a:stretch>
            <a:fillRect/>
          </a:stretch>
        </p:blipFill>
        <p:spPr>
          <a:xfrm>
            <a:off x="6516956" y="2264405"/>
            <a:ext cx="4543357" cy="2718859"/>
          </a:xfrm>
          <a:prstGeom prst="rect">
            <a:avLst/>
          </a:prstGeom>
        </p:spPr>
      </p:pic>
      <p:sp>
        <p:nvSpPr>
          <p:cNvPr id="3" name="Text Placeholder 2">
            <a:extLst>
              <a:ext uri="{FF2B5EF4-FFF2-40B4-BE49-F238E27FC236}">
                <a16:creationId xmlns:a16="http://schemas.microsoft.com/office/drawing/2014/main" xmlns="" id="{C436DECF-1BEB-D758-305A-7D36F91931FD}"/>
              </a:ext>
            </a:extLst>
          </p:cNvPr>
          <p:cNvSpPr txBox="1">
            <a:spLocks/>
          </p:cNvSpPr>
          <p:nvPr/>
        </p:nvSpPr>
        <p:spPr>
          <a:xfrm>
            <a:off x="570271" y="1582994"/>
            <a:ext cx="10783529" cy="4593969"/>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pic>
        <p:nvPicPr>
          <p:cNvPr id="7" name="Picture 6">
            <a:extLst>
              <a:ext uri="{FF2B5EF4-FFF2-40B4-BE49-F238E27FC236}">
                <a16:creationId xmlns:a16="http://schemas.microsoft.com/office/drawing/2014/main" xmlns="" id="{1DDBE7E4-2CFA-B0ED-ED1E-CBBEE1A1B25D}"/>
              </a:ext>
            </a:extLst>
          </p:cNvPr>
          <p:cNvPicPr>
            <a:picLocks noChangeAspect="1"/>
          </p:cNvPicPr>
          <p:nvPr/>
        </p:nvPicPr>
        <p:blipFill>
          <a:blip r:embed="rId3"/>
          <a:stretch>
            <a:fillRect/>
          </a:stretch>
        </p:blipFill>
        <p:spPr>
          <a:xfrm>
            <a:off x="1542666" y="2264405"/>
            <a:ext cx="3781174" cy="2718859"/>
          </a:xfrm>
          <a:prstGeom prst="rect">
            <a:avLst/>
          </a:prstGeom>
        </p:spPr>
      </p:pic>
    </p:spTree>
    <p:extLst>
      <p:ext uri="{BB962C8B-B14F-4D97-AF65-F5344CB8AC3E}">
        <p14:creationId xmlns:p14="http://schemas.microsoft.com/office/powerpoint/2010/main" val="4860992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6497BDD-080A-6B09-7BFC-BB5EF7A9BE22}"/>
              </a:ext>
            </a:extLst>
          </p:cNvPr>
          <p:cNvSpPr>
            <a:spLocks noGrp="1"/>
          </p:cNvSpPr>
          <p:nvPr>
            <p:ph type="title"/>
          </p:nvPr>
        </p:nvSpPr>
        <p:spPr/>
        <p:txBody>
          <a:bodyPr/>
          <a:lstStyle/>
          <a:p>
            <a:r>
              <a:rPr lang="en-US" sz="4000" dirty="0"/>
              <a:t>What is the average salary per department</a:t>
            </a:r>
            <a:r>
              <a:rPr lang="en-US" dirty="0"/>
              <a:t>? </a:t>
            </a:r>
            <a:endParaRPr lang="en-IN" dirty="0"/>
          </a:p>
        </p:txBody>
      </p:sp>
      <p:pic>
        <p:nvPicPr>
          <p:cNvPr id="6" name="Picture 5">
            <a:extLst>
              <a:ext uri="{FF2B5EF4-FFF2-40B4-BE49-F238E27FC236}">
                <a16:creationId xmlns:a16="http://schemas.microsoft.com/office/drawing/2014/main" xmlns="" id="{E66438AD-DD22-7C19-CE7D-9DE5B15E3DAD}"/>
              </a:ext>
            </a:extLst>
          </p:cNvPr>
          <p:cNvPicPr>
            <a:picLocks noChangeAspect="1"/>
          </p:cNvPicPr>
          <p:nvPr/>
        </p:nvPicPr>
        <p:blipFill>
          <a:blip r:embed="rId2"/>
          <a:stretch>
            <a:fillRect/>
          </a:stretch>
        </p:blipFill>
        <p:spPr>
          <a:xfrm>
            <a:off x="6805793" y="2203380"/>
            <a:ext cx="4548007" cy="2930408"/>
          </a:xfrm>
          <a:prstGeom prst="rect">
            <a:avLst/>
          </a:prstGeom>
        </p:spPr>
      </p:pic>
      <p:sp>
        <p:nvSpPr>
          <p:cNvPr id="3" name="Text Placeholder 2">
            <a:extLst>
              <a:ext uri="{FF2B5EF4-FFF2-40B4-BE49-F238E27FC236}">
                <a16:creationId xmlns:a16="http://schemas.microsoft.com/office/drawing/2014/main" xmlns="" id="{CF9CE730-BBDB-0F52-76C9-DCECAEA54C64}"/>
              </a:ext>
            </a:extLst>
          </p:cNvPr>
          <p:cNvSpPr txBox="1">
            <a:spLocks/>
          </p:cNvSpPr>
          <p:nvPr/>
        </p:nvSpPr>
        <p:spPr>
          <a:xfrm>
            <a:off x="570271" y="1160206"/>
            <a:ext cx="10783529" cy="50167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sp>
        <p:nvSpPr>
          <p:cNvPr id="4" name="Text Placeholder 2">
            <a:extLst>
              <a:ext uri="{FF2B5EF4-FFF2-40B4-BE49-F238E27FC236}">
                <a16:creationId xmlns:a16="http://schemas.microsoft.com/office/drawing/2014/main" xmlns="" id="{6963C50B-3B0B-D1BA-FF89-7A60B06B004C}"/>
              </a:ext>
            </a:extLst>
          </p:cNvPr>
          <p:cNvSpPr txBox="1">
            <a:spLocks/>
          </p:cNvSpPr>
          <p:nvPr/>
        </p:nvSpPr>
        <p:spPr>
          <a:xfrm>
            <a:off x="722671" y="1312606"/>
            <a:ext cx="10783529" cy="50167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pic>
        <p:nvPicPr>
          <p:cNvPr id="10" name="Picture 9">
            <a:extLst>
              <a:ext uri="{FF2B5EF4-FFF2-40B4-BE49-F238E27FC236}">
                <a16:creationId xmlns:a16="http://schemas.microsoft.com/office/drawing/2014/main" xmlns="" id="{1B45CF1D-1846-2EE7-4FDB-48888472FD18}"/>
              </a:ext>
            </a:extLst>
          </p:cNvPr>
          <p:cNvPicPr>
            <a:picLocks noChangeAspect="1"/>
          </p:cNvPicPr>
          <p:nvPr/>
        </p:nvPicPr>
        <p:blipFill>
          <a:blip r:embed="rId3"/>
          <a:stretch>
            <a:fillRect/>
          </a:stretch>
        </p:blipFill>
        <p:spPr>
          <a:xfrm>
            <a:off x="1370344" y="2123441"/>
            <a:ext cx="4591691" cy="2641599"/>
          </a:xfrm>
          <a:prstGeom prst="rect">
            <a:avLst/>
          </a:prstGeom>
        </p:spPr>
      </p:pic>
    </p:spTree>
    <p:extLst>
      <p:ext uri="{BB962C8B-B14F-4D97-AF65-F5344CB8AC3E}">
        <p14:creationId xmlns:p14="http://schemas.microsoft.com/office/powerpoint/2010/main" val="39441399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F73EBAC-6D9A-2E95-4A5E-34BCCFF90519}"/>
              </a:ext>
            </a:extLst>
          </p:cNvPr>
          <p:cNvSpPr>
            <a:spLocks noGrp="1"/>
          </p:cNvSpPr>
          <p:nvPr>
            <p:ph type="title"/>
          </p:nvPr>
        </p:nvSpPr>
        <p:spPr/>
        <p:txBody>
          <a:bodyPr>
            <a:normAutofit/>
          </a:bodyPr>
          <a:lstStyle/>
          <a:p>
            <a:r>
              <a:rPr lang="en-US" sz="4000" dirty="0"/>
              <a:t>Who are the top 5 highest-paid employees?</a:t>
            </a:r>
            <a:endParaRPr lang="en-IN" sz="4000" dirty="0"/>
          </a:p>
        </p:txBody>
      </p:sp>
      <p:pic>
        <p:nvPicPr>
          <p:cNvPr id="6" name="Picture 5">
            <a:extLst>
              <a:ext uri="{FF2B5EF4-FFF2-40B4-BE49-F238E27FC236}">
                <a16:creationId xmlns:a16="http://schemas.microsoft.com/office/drawing/2014/main" xmlns="" id="{54E3CE32-2D23-2214-D083-344D446C1DD2}"/>
              </a:ext>
            </a:extLst>
          </p:cNvPr>
          <p:cNvPicPr>
            <a:picLocks noChangeAspect="1"/>
          </p:cNvPicPr>
          <p:nvPr/>
        </p:nvPicPr>
        <p:blipFill>
          <a:blip r:embed="rId2"/>
          <a:stretch>
            <a:fillRect/>
          </a:stretch>
        </p:blipFill>
        <p:spPr>
          <a:xfrm>
            <a:off x="6206888" y="2181032"/>
            <a:ext cx="5036023" cy="2975103"/>
          </a:xfrm>
          <a:prstGeom prst="rect">
            <a:avLst/>
          </a:prstGeom>
        </p:spPr>
      </p:pic>
      <p:sp>
        <p:nvSpPr>
          <p:cNvPr id="3" name="Text Placeholder 2">
            <a:extLst>
              <a:ext uri="{FF2B5EF4-FFF2-40B4-BE49-F238E27FC236}">
                <a16:creationId xmlns:a16="http://schemas.microsoft.com/office/drawing/2014/main" xmlns="" id="{B60000D8-91FE-22E0-CA25-9C6ECA6560FD}"/>
              </a:ext>
            </a:extLst>
          </p:cNvPr>
          <p:cNvSpPr txBox="1">
            <a:spLocks/>
          </p:cNvSpPr>
          <p:nvPr/>
        </p:nvSpPr>
        <p:spPr>
          <a:xfrm>
            <a:off x="570271" y="1160206"/>
            <a:ext cx="10783529" cy="50167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pic>
        <p:nvPicPr>
          <p:cNvPr id="5" name="Picture 4">
            <a:extLst>
              <a:ext uri="{FF2B5EF4-FFF2-40B4-BE49-F238E27FC236}">
                <a16:creationId xmlns:a16="http://schemas.microsoft.com/office/drawing/2014/main" xmlns="" id="{D1AAAA68-7ACB-6562-0D60-D15269027B10}"/>
              </a:ext>
            </a:extLst>
          </p:cNvPr>
          <p:cNvPicPr>
            <a:picLocks noChangeAspect="1"/>
          </p:cNvPicPr>
          <p:nvPr/>
        </p:nvPicPr>
        <p:blipFill>
          <a:blip r:embed="rId3"/>
          <a:stretch>
            <a:fillRect/>
          </a:stretch>
        </p:blipFill>
        <p:spPr>
          <a:xfrm>
            <a:off x="1235629" y="2181032"/>
            <a:ext cx="4305901" cy="2106488"/>
          </a:xfrm>
          <a:prstGeom prst="rect">
            <a:avLst/>
          </a:prstGeom>
        </p:spPr>
      </p:pic>
    </p:spTree>
    <p:extLst>
      <p:ext uri="{BB962C8B-B14F-4D97-AF65-F5344CB8AC3E}">
        <p14:creationId xmlns:p14="http://schemas.microsoft.com/office/powerpoint/2010/main" val="179954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22F7078-0EF1-FA8A-63A1-12240868211D}"/>
              </a:ext>
            </a:extLst>
          </p:cNvPr>
          <p:cNvSpPr>
            <a:spLocks noGrp="1"/>
          </p:cNvSpPr>
          <p:nvPr>
            <p:ph type="title"/>
          </p:nvPr>
        </p:nvSpPr>
        <p:spPr/>
        <p:txBody>
          <a:bodyPr>
            <a:normAutofit/>
          </a:bodyPr>
          <a:lstStyle/>
          <a:p>
            <a:r>
              <a:rPr lang="en-US" sz="4000" dirty="0"/>
              <a:t>What is the total salary expenditure across the company?</a:t>
            </a:r>
            <a:endParaRPr lang="en-IN" sz="4000" dirty="0"/>
          </a:p>
        </p:txBody>
      </p:sp>
      <p:pic>
        <p:nvPicPr>
          <p:cNvPr id="6" name="Picture 5">
            <a:extLst>
              <a:ext uri="{FF2B5EF4-FFF2-40B4-BE49-F238E27FC236}">
                <a16:creationId xmlns:a16="http://schemas.microsoft.com/office/drawing/2014/main" xmlns="" id="{B99C7553-36F2-071A-6A55-41492AD4FB9D}"/>
              </a:ext>
            </a:extLst>
          </p:cNvPr>
          <p:cNvPicPr>
            <a:picLocks noChangeAspect="1"/>
          </p:cNvPicPr>
          <p:nvPr/>
        </p:nvPicPr>
        <p:blipFill>
          <a:blip r:embed="rId2"/>
          <a:stretch>
            <a:fillRect/>
          </a:stretch>
        </p:blipFill>
        <p:spPr>
          <a:xfrm>
            <a:off x="6719567" y="2583219"/>
            <a:ext cx="4154575" cy="2108524"/>
          </a:xfrm>
          <a:prstGeom prst="rect">
            <a:avLst/>
          </a:prstGeom>
        </p:spPr>
      </p:pic>
      <p:sp>
        <p:nvSpPr>
          <p:cNvPr id="3" name="Text Placeholder 2">
            <a:extLst>
              <a:ext uri="{FF2B5EF4-FFF2-40B4-BE49-F238E27FC236}">
                <a16:creationId xmlns:a16="http://schemas.microsoft.com/office/drawing/2014/main" xmlns="" id="{33706902-2BAA-90C5-DB1F-F65D205090CF}"/>
              </a:ext>
            </a:extLst>
          </p:cNvPr>
          <p:cNvSpPr txBox="1">
            <a:spLocks/>
          </p:cNvSpPr>
          <p:nvPr/>
        </p:nvSpPr>
        <p:spPr>
          <a:xfrm>
            <a:off x="570271" y="1160206"/>
            <a:ext cx="10783529" cy="50167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pic>
        <p:nvPicPr>
          <p:cNvPr id="7" name="Picture 6">
            <a:extLst>
              <a:ext uri="{FF2B5EF4-FFF2-40B4-BE49-F238E27FC236}">
                <a16:creationId xmlns:a16="http://schemas.microsoft.com/office/drawing/2014/main" xmlns="" id="{B8DC4BEC-2311-FB2B-5530-37D3F4937BAF}"/>
              </a:ext>
            </a:extLst>
          </p:cNvPr>
          <p:cNvPicPr>
            <a:picLocks noChangeAspect="1"/>
          </p:cNvPicPr>
          <p:nvPr/>
        </p:nvPicPr>
        <p:blipFill>
          <a:blip r:embed="rId3"/>
          <a:stretch>
            <a:fillRect/>
          </a:stretch>
        </p:blipFill>
        <p:spPr>
          <a:xfrm>
            <a:off x="1317858" y="2583219"/>
            <a:ext cx="3820058" cy="1643342"/>
          </a:xfrm>
          <a:prstGeom prst="rect">
            <a:avLst/>
          </a:prstGeom>
        </p:spPr>
      </p:pic>
    </p:spTree>
    <p:extLst>
      <p:ext uri="{BB962C8B-B14F-4D97-AF65-F5344CB8AC3E}">
        <p14:creationId xmlns:p14="http://schemas.microsoft.com/office/powerpoint/2010/main" val="2164808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76904A4-1E3D-F7BA-5118-1E5080249FA9}"/>
              </a:ext>
            </a:extLst>
          </p:cNvPr>
          <p:cNvSpPr>
            <a:spLocks noGrp="1"/>
          </p:cNvSpPr>
          <p:nvPr>
            <p:ph type="title"/>
          </p:nvPr>
        </p:nvSpPr>
        <p:spPr/>
        <p:txBody>
          <a:bodyPr>
            <a:normAutofit fontScale="90000"/>
          </a:bodyPr>
          <a:lstStyle/>
          <a:p>
            <a:r>
              <a:rPr lang="en-US" b="1" dirty="0"/>
              <a:t/>
            </a:r>
            <a:br>
              <a:rPr lang="en-US" b="1" dirty="0"/>
            </a:br>
            <a:r>
              <a:rPr lang="en-US" b="1" dirty="0"/>
              <a:t>2. JOB ROLE AND DEPARTMENT ANALYSIS </a:t>
            </a:r>
            <a:r>
              <a:rPr lang="en-US" dirty="0"/>
              <a:t/>
            </a:r>
            <a:br>
              <a:rPr lang="en-US" dirty="0"/>
            </a:br>
            <a:r>
              <a:rPr lang="en-US" dirty="0"/>
              <a:t>● How many different job roles exist in each department?</a:t>
            </a:r>
            <a:endParaRPr lang="en-IN" dirty="0"/>
          </a:p>
        </p:txBody>
      </p:sp>
      <p:pic>
        <p:nvPicPr>
          <p:cNvPr id="5" name="Picture 4">
            <a:extLst>
              <a:ext uri="{FF2B5EF4-FFF2-40B4-BE49-F238E27FC236}">
                <a16:creationId xmlns:a16="http://schemas.microsoft.com/office/drawing/2014/main" xmlns="" id="{6B58C947-3157-3D4E-3A3B-069E6E4D432C}"/>
              </a:ext>
            </a:extLst>
          </p:cNvPr>
          <p:cNvPicPr>
            <a:picLocks noChangeAspect="1"/>
          </p:cNvPicPr>
          <p:nvPr/>
        </p:nvPicPr>
        <p:blipFill>
          <a:blip r:embed="rId2"/>
          <a:stretch>
            <a:fillRect/>
          </a:stretch>
        </p:blipFill>
        <p:spPr>
          <a:xfrm>
            <a:off x="1069901" y="2732314"/>
            <a:ext cx="4928128" cy="2144486"/>
          </a:xfrm>
          <a:prstGeom prst="rect">
            <a:avLst/>
          </a:prstGeom>
        </p:spPr>
      </p:pic>
      <p:pic>
        <p:nvPicPr>
          <p:cNvPr id="7" name="Picture 6">
            <a:extLst>
              <a:ext uri="{FF2B5EF4-FFF2-40B4-BE49-F238E27FC236}">
                <a16:creationId xmlns:a16="http://schemas.microsoft.com/office/drawing/2014/main" xmlns="" id="{2C611E6F-155C-8471-42C2-6D4227FB45A2}"/>
              </a:ext>
            </a:extLst>
          </p:cNvPr>
          <p:cNvPicPr>
            <a:picLocks noChangeAspect="1"/>
          </p:cNvPicPr>
          <p:nvPr/>
        </p:nvPicPr>
        <p:blipFill>
          <a:blip r:embed="rId3"/>
          <a:stretch>
            <a:fillRect/>
          </a:stretch>
        </p:blipFill>
        <p:spPr>
          <a:xfrm>
            <a:off x="6991253" y="1842917"/>
            <a:ext cx="3866147" cy="3651333"/>
          </a:xfrm>
          <a:prstGeom prst="rect">
            <a:avLst/>
          </a:prstGeom>
        </p:spPr>
      </p:pic>
      <p:sp>
        <p:nvSpPr>
          <p:cNvPr id="3" name="Text Placeholder 2">
            <a:extLst>
              <a:ext uri="{FF2B5EF4-FFF2-40B4-BE49-F238E27FC236}">
                <a16:creationId xmlns:a16="http://schemas.microsoft.com/office/drawing/2014/main" xmlns="" id="{5D9CB9F7-6B0C-BF55-55D0-29485CBADF3C}"/>
              </a:ext>
            </a:extLst>
          </p:cNvPr>
          <p:cNvSpPr txBox="1">
            <a:spLocks/>
          </p:cNvSpPr>
          <p:nvPr/>
        </p:nvSpPr>
        <p:spPr>
          <a:xfrm>
            <a:off x="570271" y="1160206"/>
            <a:ext cx="10783529" cy="50167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spTree>
    <p:extLst>
      <p:ext uri="{BB962C8B-B14F-4D97-AF65-F5344CB8AC3E}">
        <p14:creationId xmlns:p14="http://schemas.microsoft.com/office/powerpoint/2010/main" val="21010443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F262DFE-93F0-BF8D-2D57-C6C24F39B5EC}"/>
              </a:ext>
            </a:extLst>
          </p:cNvPr>
          <p:cNvSpPr>
            <a:spLocks noGrp="1"/>
          </p:cNvSpPr>
          <p:nvPr>
            <p:ph type="title"/>
          </p:nvPr>
        </p:nvSpPr>
        <p:spPr/>
        <p:txBody>
          <a:bodyPr>
            <a:normAutofit/>
          </a:bodyPr>
          <a:lstStyle/>
          <a:p>
            <a:r>
              <a:rPr lang="en-US" sz="4000" dirty="0"/>
              <a:t>Which job roles offer the highest salary?</a:t>
            </a:r>
            <a:endParaRPr lang="en-IN" sz="4000" dirty="0"/>
          </a:p>
        </p:txBody>
      </p:sp>
      <p:pic>
        <p:nvPicPr>
          <p:cNvPr id="4" name="Picture 3">
            <a:extLst>
              <a:ext uri="{FF2B5EF4-FFF2-40B4-BE49-F238E27FC236}">
                <a16:creationId xmlns:a16="http://schemas.microsoft.com/office/drawing/2014/main" xmlns="" id="{F953C815-89DB-90B4-DF34-11C160AF45EA}"/>
              </a:ext>
            </a:extLst>
          </p:cNvPr>
          <p:cNvPicPr>
            <a:picLocks noChangeAspect="1"/>
          </p:cNvPicPr>
          <p:nvPr/>
        </p:nvPicPr>
        <p:blipFill>
          <a:blip r:embed="rId2"/>
          <a:stretch>
            <a:fillRect/>
          </a:stretch>
        </p:blipFill>
        <p:spPr>
          <a:xfrm>
            <a:off x="6046642" y="1690688"/>
            <a:ext cx="5307158" cy="3774309"/>
          </a:xfrm>
          <a:prstGeom prst="rect">
            <a:avLst/>
          </a:prstGeom>
        </p:spPr>
      </p:pic>
      <p:sp>
        <p:nvSpPr>
          <p:cNvPr id="3" name="Text Placeholder 2">
            <a:extLst>
              <a:ext uri="{FF2B5EF4-FFF2-40B4-BE49-F238E27FC236}">
                <a16:creationId xmlns:a16="http://schemas.microsoft.com/office/drawing/2014/main" xmlns="" id="{1A8220C8-2646-7808-FFDA-1325E71F643D}"/>
              </a:ext>
            </a:extLst>
          </p:cNvPr>
          <p:cNvSpPr txBox="1">
            <a:spLocks/>
          </p:cNvSpPr>
          <p:nvPr/>
        </p:nvSpPr>
        <p:spPr>
          <a:xfrm>
            <a:off x="570271" y="1160206"/>
            <a:ext cx="10783529" cy="50167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sp>
        <p:nvSpPr>
          <p:cNvPr id="6" name="Text Placeholder 2">
            <a:extLst>
              <a:ext uri="{FF2B5EF4-FFF2-40B4-BE49-F238E27FC236}">
                <a16:creationId xmlns:a16="http://schemas.microsoft.com/office/drawing/2014/main" xmlns="" id="{11BFB823-637D-84D7-37D9-A45289061D34}"/>
              </a:ext>
            </a:extLst>
          </p:cNvPr>
          <p:cNvSpPr txBox="1">
            <a:spLocks/>
          </p:cNvSpPr>
          <p:nvPr/>
        </p:nvSpPr>
        <p:spPr>
          <a:xfrm>
            <a:off x="722671" y="1312606"/>
            <a:ext cx="10783529" cy="50167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pic>
        <p:nvPicPr>
          <p:cNvPr id="10" name="Picture 9">
            <a:extLst>
              <a:ext uri="{FF2B5EF4-FFF2-40B4-BE49-F238E27FC236}">
                <a16:creationId xmlns:a16="http://schemas.microsoft.com/office/drawing/2014/main" xmlns="" id="{2E444CED-9E30-94D0-57BE-47F6CB9D3D31}"/>
              </a:ext>
            </a:extLst>
          </p:cNvPr>
          <p:cNvPicPr>
            <a:picLocks noChangeAspect="1"/>
          </p:cNvPicPr>
          <p:nvPr/>
        </p:nvPicPr>
        <p:blipFill>
          <a:blip r:embed="rId3"/>
          <a:stretch>
            <a:fillRect/>
          </a:stretch>
        </p:blipFill>
        <p:spPr>
          <a:xfrm>
            <a:off x="838200" y="1843088"/>
            <a:ext cx="4753638" cy="2301262"/>
          </a:xfrm>
          <a:prstGeom prst="rect">
            <a:avLst/>
          </a:prstGeom>
        </p:spPr>
      </p:pic>
    </p:spTree>
    <p:extLst>
      <p:ext uri="{BB962C8B-B14F-4D97-AF65-F5344CB8AC3E}">
        <p14:creationId xmlns:p14="http://schemas.microsoft.com/office/powerpoint/2010/main" val="13888339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4F07B86-BE27-550C-567B-F9FCC17D90A2}"/>
              </a:ext>
            </a:extLst>
          </p:cNvPr>
          <p:cNvSpPr>
            <a:spLocks noGrp="1"/>
          </p:cNvSpPr>
          <p:nvPr>
            <p:ph type="title"/>
          </p:nvPr>
        </p:nvSpPr>
        <p:spPr/>
        <p:txBody>
          <a:bodyPr>
            <a:normAutofit/>
          </a:bodyPr>
          <a:lstStyle/>
          <a:p>
            <a:r>
              <a:rPr lang="en-US" sz="4000" dirty="0"/>
              <a:t>Which departments have the highest total salary allocation?</a:t>
            </a:r>
            <a:endParaRPr lang="en-IN" sz="4000" dirty="0"/>
          </a:p>
        </p:txBody>
      </p:sp>
      <p:pic>
        <p:nvPicPr>
          <p:cNvPr id="4" name="Picture 3">
            <a:extLst>
              <a:ext uri="{FF2B5EF4-FFF2-40B4-BE49-F238E27FC236}">
                <a16:creationId xmlns:a16="http://schemas.microsoft.com/office/drawing/2014/main" xmlns="" id="{28D84DD4-7790-A86A-A20C-4AFAEDDED91F}"/>
              </a:ext>
            </a:extLst>
          </p:cNvPr>
          <p:cNvPicPr>
            <a:picLocks noChangeAspect="1"/>
          </p:cNvPicPr>
          <p:nvPr/>
        </p:nvPicPr>
        <p:blipFill>
          <a:blip r:embed="rId2"/>
          <a:stretch>
            <a:fillRect/>
          </a:stretch>
        </p:blipFill>
        <p:spPr>
          <a:xfrm>
            <a:off x="7049932" y="1690688"/>
            <a:ext cx="3834063" cy="3946358"/>
          </a:xfrm>
          <a:prstGeom prst="rect">
            <a:avLst/>
          </a:prstGeom>
        </p:spPr>
      </p:pic>
      <p:sp>
        <p:nvSpPr>
          <p:cNvPr id="3" name="Text Placeholder 2">
            <a:extLst>
              <a:ext uri="{FF2B5EF4-FFF2-40B4-BE49-F238E27FC236}">
                <a16:creationId xmlns:a16="http://schemas.microsoft.com/office/drawing/2014/main" xmlns="" id="{CF1FCE4A-B12E-3915-283C-B8D048C2ED4B}"/>
              </a:ext>
            </a:extLst>
          </p:cNvPr>
          <p:cNvSpPr txBox="1">
            <a:spLocks/>
          </p:cNvSpPr>
          <p:nvPr/>
        </p:nvSpPr>
        <p:spPr>
          <a:xfrm>
            <a:off x="570271" y="1160206"/>
            <a:ext cx="10783529" cy="50167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pic>
        <p:nvPicPr>
          <p:cNvPr id="8" name="Picture 7">
            <a:extLst>
              <a:ext uri="{FF2B5EF4-FFF2-40B4-BE49-F238E27FC236}">
                <a16:creationId xmlns:a16="http://schemas.microsoft.com/office/drawing/2014/main" xmlns="" id="{C7C77585-7950-2578-BA14-ACCB027B19DF}"/>
              </a:ext>
            </a:extLst>
          </p:cNvPr>
          <p:cNvPicPr>
            <a:picLocks noChangeAspect="1"/>
          </p:cNvPicPr>
          <p:nvPr/>
        </p:nvPicPr>
        <p:blipFill>
          <a:blip r:embed="rId3"/>
          <a:stretch>
            <a:fillRect/>
          </a:stretch>
        </p:blipFill>
        <p:spPr>
          <a:xfrm>
            <a:off x="1039497" y="1690688"/>
            <a:ext cx="4525006" cy="3094672"/>
          </a:xfrm>
          <a:prstGeom prst="rect">
            <a:avLst/>
          </a:prstGeom>
        </p:spPr>
      </p:pic>
    </p:spTree>
    <p:extLst>
      <p:ext uri="{BB962C8B-B14F-4D97-AF65-F5344CB8AC3E}">
        <p14:creationId xmlns:p14="http://schemas.microsoft.com/office/powerpoint/2010/main" val="34505418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DA23B7A-0340-13FD-1A0D-0F6D656B8985}"/>
              </a:ext>
            </a:extLst>
          </p:cNvPr>
          <p:cNvSpPr>
            <a:spLocks noGrp="1"/>
          </p:cNvSpPr>
          <p:nvPr>
            <p:ph type="title"/>
          </p:nvPr>
        </p:nvSpPr>
        <p:spPr/>
        <p:txBody>
          <a:bodyPr>
            <a:normAutofit fontScale="90000"/>
          </a:bodyPr>
          <a:lstStyle/>
          <a:p>
            <a:r>
              <a:rPr lang="en-US" dirty="0"/>
              <a:t/>
            </a:r>
            <a:br>
              <a:rPr lang="en-US" dirty="0"/>
            </a:br>
            <a:r>
              <a:rPr lang="en-US" b="1" dirty="0"/>
              <a:t>3. QUALIFICATION AND SKILLS ANALYSIS</a:t>
            </a:r>
            <a:r>
              <a:rPr lang="en-US" dirty="0"/>
              <a:t/>
            </a:r>
            <a:br>
              <a:rPr lang="en-US" dirty="0"/>
            </a:br>
            <a:r>
              <a:rPr lang="en-US" dirty="0"/>
              <a:t> ● How many employees have at least one qualification listed?</a:t>
            </a:r>
            <a:endParaRPr lang="en-IN" dirty="0"/>
          </a:p>
        </p:txBody>
      </p:sp>
      <p:pic>
        <p:nvPicPr>
          <p:cNvPr id="6" name="Picture 5">
            <a:extLst>
              <a:ext uri="{FF2B5EF4-FFF2-40B4-BE49-F238E27FC236}">
                <a16:creationId xmlns:a16="http://schemas.microsoft.com/office/drawing/2014/main" xmlns="" id="{EE621831-8EC5-5048-F9ED-9BE81AE4F02E}"/>
              </a:ext>
            </a:extLst>
          </p:cNvPr>
          <p:cNvPicPr>
            <a:picLocks noChangeAspect="1"/>
          </p:cNvPicPr>
          <p:nvPr/>
        </p:nvPicPr>
        <p:blipFill>
          <a:blip r:embed="rId2"/>
          <a:stretch>
            <a:fillRect/>
          </a:stretch>
        </p:blipFill>
        <p:spPr>
          <a:xfrm>
            <a:off x="4144503" y="3429000"/>
            <a:ext cx="3289036" cy="2336241"/>
          </a:xfrm>
          <a:prstGeom prst="rect">
            <a:avLst/>
          </a:prstGeom>
        </p:spPr>
      </p:pic>
      <p:sp>
        <p:nvSpPr>
          <p:cNvPr id="3" name="Text Placeholder 2">
            <a:extLst>
              <a:ext uri="{FF2B5EF4-FFF2-40B4-BE49-F238E27FC236}">
                <a16:creationId xmlns:a16="http://schemas.microsoft.com/office/drawing/2014/main" xmlns="" id="{6B29924A-1BD9-857E-6652-74B167D58E94}"/>
              </a:ext>
            </a:extLst>
          </p:cNvPr>
          <p:cNvSpPr txBox="1">
            <a:spLocks/>
          </p:cNvSpPr>
          <p:nvPr/>
        </p:nvSpPr>
        <p:spPr>
          <a:xfrm>
            <a:off x="570271" y="1160206"/>
            <a:ext cx="10783529" cy="50167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pic>
        <p:nvPicPr>
          <p:cNvPr id="7" name="Picture 6">
            <a:extLst>
              <a:ext uri="{FF2B5EF4-FFF2-40B4-BE49-F238E27FC236}">
                <a16:creationId xmlns:a16="http://schemas.microsoft.com/office/drawing/2014/main" xmlns="" id="{ECA7A58C-0E0F-622F-1DFA-8B07819F8214}"/>
              </a:ext>
            </a:extLst>
          </p:cNvPr>
          <p:cNvPicPr>
            <a:picLocks noChangeAspect="1"/>
          </p:cNvPicPr>
          <p:nvPr/>
        </p:nvPicPr>
        <p:blipFill>
          <a:blip r:embed="rId3"/>
          <a:stretch>
            <a:fillRect/>
          </a:stretch>
        </p:blipFill>
        <p:spPr>
          <a:xfrm>
            <a:off x="1622597" y="2231769"/>
            <a:ext cx="6630325" cy="943231"/>
          </a:xfrm>
          <a:prstGeom prst="rect">
            <a:avLst/>
          </a:prstGeom>
        </p:spPr>
      </p:pic>
    </p:spTree>
    <p:extLst>
      <p:ext uri="{BB962C8B-B14F-4D97-AF65-F5344CB8AC3E}">
        <p14:creationId xmlns:p14="http://schemas.microsoft.com/office/powerpoint/2010/main" val="3143567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B896B66-342F-AF5B-300D-7A4712BBF32D}"/>
              </a:ext>
            </a:extLst>
          </p:cNvPr>
          <p:cNvSpPr>
            <a:spLocks noGrp="1"/>
          </p:cNvSpPr>
          <p:nvPr>
            <p:ph type="title"/>
          </p:nvPr>
        </p:nvSpPr>
        <p:spPr/>
        <p:txBody>
          <a:bodyPr/>
          <a:lstStyle/>
          <a:p>
            <a:r>
              <a:rPr lang="en-US" sz="4000" dirty="0"/>
              <a:t>Which positions require the most qualifications?</a:t>
            </a:r>
            <a:endParaRPr lang="en-IN" sz="4000" dirty="0"/>
          </a:p>
        </p:txBody>
      </p:sp>
      <p:sp>
        <p:nvSpPr>
          <p:cNvPr id="3" name="Text Placeholder 2">
            <a:extLst>
              <a:ext uri="{FF2B5EF4-FFF2-40B4-BE49-F238E27FC236}">
                <a16:creationId xmlns:a16="http://schemas.microsoft.com/office/drawing/2014/main" xmlns="" id="{1A1C27C3-FAEE-83C2-2EDD-3B3BD9D3C236}"/>
              </a:ext>
            </a:extLst>
          </p:cNvPr>
          <p:cNvSpPr txBox="1">
            <a:spLocks/>
          </p:cNvSpPr>
          <p:nvPr/>
        </p:nvSpPr>
        <p:spPr>
          <a:xfrm>
            <a:off x="570271" y="1690688"/>
            <a:ext cx="10783529" cy="4486275"/>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pic>
        <p:nvPicPr>
          <p:cNvPr id="11" name="Picture 10">
            <a:extLst>
              <a:ext uri="{FF2B5EF4-FFF2-40B4-BE49-F238E27FC236}">
                <a16:creationId xmlns:a16="http://schemas.microsoft.com/office/drawing/2014/main" xmlns="" id="{743FE321-A36B-ECB7-6575-AC7885DD3599}"/>
              </a:ext>
            </a:extLst>
          </p:cNvPr>
          <p:cNvPicPr>
            <a:picLocks noChangeAspect="1"/>
          </p:cNvPicPr>
          <p:nvPr/>
        </p:nvPicPr>
        <p:blipFill>
          <a:blip r:embed="rId2"/>
          <a:stretch>
            <a:fillRect/>
          </a:stretch>
        </p:blipFill>
        <p:spPr>
          <a:xfrm>
            <a:off x="1385307" y="2265406"/>
            <a:ext cx="3772426" cy="1879873"/>
          </a:xfrm>
          <a:prstGeom prst="rect">
            <a:avLst/>
          </a:prstGeom>
        </p:spPr>
      </p:pic>
      <p:pic>
        <p:nvPicPr>
          <p:cNvPr id="13" name="Picture 12">
            <a:extLst>
              <a:ext uri="{FF2B5EF4-FFF2-40B4-BE49-F238E27FC236}">
                <a16:creationId xmlns:a16="http://schemas.microsoft.com/office/drawing/2014/main" xmlns="" id="{13130A56-F0E3-50AC-1110-B730E6D5140D}"/>
              </a:ext>
            </a:extLst>
          </p:cNvPr>
          <p:cNvPicPr>
            <a:picLocks noChangeAspect="1"/>
          </p:cNvPicPr>
          <p:nvPr/>
        </p:nvPicPr>
        <p:blipFill>
          <a:blip r:embed="rId3"/>
          <a:stretch>
            <a:fillRect/>
          </a:stretch>
        </p:blipFill>
        <p:spPr>
          <a:xfrm>
            <a:off x="7434066" y="2342928"/>
            <a:ext cx="2810267" cy="3181794"/>
          </a:xfrm>
          <a:prstGeom prst="rect">
            <a:avLst/>
          </a:prstGeom>
        </p:spPr>
      </p:pic>
    </p:spTree>
    <p:extLst>
      <p:ext uri="{BB962C8B-B14F-4D97-AF65-F5344CB8AC3E}">
        <p14:creationId xmlns:p14="http://schemas.microsoft.com/office/powerpoint/2010/main" val="9398050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7069E0B-0C50-F038-E17B-9EFAAA3FB6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121063E8-80FF-CFB5-33AA-3CCC78445936}"/>
              </a:ext>
            </a:extLst>
          </p:cNvPr>
          <p:cNvSpPr>
            <a:spLocks noGrp="1"/>
          </p:cNvSpPr>
          <p:nvPr>
            <p:ph type="title"/>
          </p:nvPr>
        </p:nvSpPr>
        <p:spPr/>
        <p:txBody>
          <a:bodyPr/>
          <a:lstStyle/>
          <a:p>
            <a:r>
              <a:rPr lang="en-US" sz="4000" dirty="0"/>
              <a:t>Which employees have the highest number of qualifications?</a:t>
            </a:r>
            <a:endParaRPr lang="en-IN" sz="4000" dirty="0"/>
          </a:p>
        </p:txBody>
      </p:sp>
      <p:pic>
        <p:nvPicPr>
          <p:cNvPr id="6" name="Picture 5">
            <a:extLst>
              <a:ext uri="{FF2B5EF4-FFF2-40B4-BE49-F238E27FC236}">
                <a16:creationId xmlns:a16="http://schemas.microsoft.com/office/drawing/2014/main" xmlns="" id="{DFE4895C-70F4-0E5E-E8EA-9B07A58E41C3}"/>
              </a:ext>
            </a:extLst>
          </p:cNvPr>
          <p:cNvPicPr>
            <a:picLocks noChangeAspect="1"/>
          </p:cNvPicPr>
          <p:nvPr/>
        </p:nvPicPr>
        <p:blipFill>
          <a:blip r:embed="rId2"/>
          <a:stretch>
            <a:fillRect/>
          </a:stretch>
        </p:blipFill>
        <p:spPr>
          <a:xfrm>
            <a:off x="7125594" y="2265407"/>
            <a:ext cx="3467961" cy="2116088"/>
          </a:xfrm>
          <a:prstGeom prst="rect">
            <a:avLst/>
          </a:prstGeom>
        </p:spPr>
      </p:pic>
      <p:sp>
        <p:nvSpPr>
          <p:cNvPr id="3" name="Text Placeholder 2">
            <a:extLst>
              <a:ext uri="{FF2B5EF4-FFF2-40B4-BE49-F238E27FC236}">
                <a16:creationId xmlns:a16="http://schemas.microsoft.com/office/drawing/2014/main" xmlns="" id="{2BEF8E5B-7F13-9CAB-3564-A90549589F22}"/>
              </a:ext>
            </a:extLst>
          </p:cNvPr>
          <p:cNvSpPr txBox="1">
            <a:spLocks/>
          </p:cNvSpPr>
          <p:nvPr/>
        </p:nvSpPr>
        <p:spPr>
          <a:xfrm>
            <a:off x="570271" y="1690688"/>
            <a:ext cx="10783529" cy="4486275"/>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pic>
        <p:nvPicPr>
          <p:cNvPr id="9" name="Picture 8">
            <a:extLst>
              <a:ext uri="{FF2B5EF4-FFF2-40B4-BE49-F238E27FC236}">
                <a16:creationId xmlns:a16="http://schemas.microsoft.com/office/drawing/2014/main" xmlns="" id="{A2CD5A9C-CDEE-791E-3C47-5AC93F82177C}"/>
              </a:ext>
            </a:extLst>
          </p:cNvPr>
          <p:cNvPicPr>
            <a:picLocks noChangeAspect="1"/>
          </p:cNvPicPr>
          <p:nvPr/>
        </p:nvPicPr>
        <p:blipFill>
          <a:blip r:embed="rId3"/>
          <a:stretch>
            <a:fillRect/>
          </a:stretch>
        </p:blipFill>
        <p:spPr>
          <a:xfrm>
            <a:off x="1675923" y="2091585"/>
            <a:ext cx="2276793" cy="2289910"/>
          </a:xfrm>
          <a:prstGeom prst="rect">
            <a:avLst/>
          </a:prstGeom>
        </p:spPr>
      </p:pic>
    </p:spTree>
    <p:extLst>
      <p:ext uri="{BB962C8B-B14F-4D97-AF65-F5344CB8AC3E}">
        <p14:creationId xmlns:p14="http://schemas.microsoft.com/office/powerpoint/2010/main" val="27729950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23A3C2F-CD07-C8B5-4718-5777060FC1CB}"/>
              </a:ext>
            </a:extLst>
          </p:cNvPr>
          <p:cNvSpPr>
            <a:spLocks noGrp="1"/>
          </p:cNvSpPr>
          <p:nvPr>
            <p:ph type="title"/>
          </p:nvPr>
        </p:nvSpPr>
        <p:spPr/>
        <p:txBody>
          <a:bodyPr>
            <a:normAutofit fontScale="90000"/>
          </a:bodyPr>
          <a:lstStyle/>
          <a:p>
            <a:r>
              <a:rPr lang="en-US" dirty="0"/>
              <a:t/>
            </a:r>
            <a:br>
              <a:rPr lang="en-US" dirty="0"/>
            </a:br>
            <a:r>
              <a:rPr lang="en-US" b="1" dirty="0"/>
              <a:t>4. LEAVE AND ABSENCE PATTERNS </a:t>
            </a:r>
            <a:r>
              <a:rPr lang="en-US" dirty="0"/>
              <a:t/>
            </a:r>
            <a:br>
              <a:rPr lang="en-US" dirty="0"/>
            </a:br>
            <a:r>
              <a:rPr lang="en-US" dirty="0"/>
              <a:t>● Which year had the most employees taking leaves?</a:t>
            </a:r>
            <a:endParaRPr lang="en-IN" dirty="0"/>
          </a:p>
        </p:txBody>
      </p:sp>
      <p:pic>
        <p:nvPicPr>
          <p:cNvPr id="6" name="Picture 5">
            <a:extLst>
              <a:ext uri="{FF2B5EF4-FFF2-40B4-BE49-F238E27FC236}">
                <a16:creationId xmlns:a16="http://schemas.microsoft.com/office/drawing/2014/main" xmlns="" id="{9082E4D5-23D2-D795-A128-058FF48DC8D5}"/>
              </a:ext>
            </a:extLst>
          </p:cNvPr>
          <p:cNvPicPr>
            <a:picLocks noChangeAspect="1"/>
          </p:cNvPicPr>
          <p:nvPr/>
        </p:nvPicPr>
        <p:blipFill>
          <a:blip r:embed="rId2"/>
          <a:stretch>
            <a:fillRect/>
          </a:stretch>
        </p:blipFill>
        <p:spPr>
          <a:xfrm>
            <a:off x="6820988" y="2502626"/>
            <a:ext cx="3905795" cy="2246769"/>
          </a:xfrm>
          <a:prstGeom prst="rect">
            <a:avLst/>
          </a:prstGeom>
        </p:spPr>
      </p:pic>
      <p:sp>
        <p:nvSpPr>
          <p:cNvPr id="3" name="Text Placeholder 2">
            <a:extLst>
              <a:ext uri="{FF2B5EF4-FFF2-40B4-BE49-F238E27FC236}">
                <a16:creationId xmlns:a16="http://schemas.microsoft.com/office/drawing/2014/main" xmlns="" id="{D7BCA709-6041-D5F9-5D9E-ECA244F0E349}"/>
              </a:ext>
            </a:extLst>
          </p:cNvPr>
          <p:cNvSpPr txBox="1">
            <a:spLocks/>
          </p:cNvSpPr>
          <p:nvPr/>
        </p:nvSpPr>
        <p:spPr>
          <a:xfrm>
            <a:off x="570271" y="1160206"/>
            <a:ext cx="10783529" cy="50167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sp>
        <p:nvSpPr>
          <p:cNvPr id="4" name="Text Placeholder 2">
            <a:extLst>
              <a:ext uri="{FF2B5EF4-FFF2-40B4-BE49-F238E27FC236}">
                <a16:creationId xmlns:a16="http://schemas.microsoft.com/office/drawing/2014/main" xmlns="" id="{43EB9E2A-B574-BCA3-C112-1E32B8627DE9}"/>
              </a:ext>
            </a:extLst>
          </p:cNvPr>
          <p:cNvSpPr txBox="1">
            <a:spLocks/>
          </p:cNvSpPr>
          <p:nvPr/>
        </p:nvSpPr>
        <p:spPr>
          <a:xfrm>
            <a:off x="722671" y="1312606"/>
            <a:ext cx="10783529" cy="50167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pic>
        <p:nvPicPr>
          <p:cNvPr id="10" name="Picture 9">
            <a:extLst>
              <a:ext uri="{FF2B5EF4-FFF2-40B4-BE49-F238E27FC236}">
                <a16:creationId xmlns:a16="http://schemas.microsoft.com/office/drawing/2014/main" xmlns="" id="{B86502EA-F87B-626E-2B5A-1B89675D097A}"/>
              </a:ext>
            </a:extLst>
          </p:cNvPr>
          <p:cNvPicPr>
            <a:picLocks noChangeAspect="1"/>
          </p:cNvPicPr>
          <p:nvPr/>
        </p:nvPicPr>
        <p:blipFill>
          <a:blip r:embed="rId3"/>
          <a:stretch>
            <a:fillRect/>
          </a:stretch>
        </p:blipFill>
        <p:spPr>
          <a:xfrm>
            <a:off x="1313859" y="2502626"/>
            <a:ext cx="3915321" cy="1489430"/>
          </a:xfrm>
          <a:prstGeom prst="rect">
            <a:avLst/>
          </a:prstGeom>
        </p:spPr>
      </p:pic>
    </p:spTree>
    <p:extLst>
      <p:ext uri="{BB962C8B-B14F-4D97-AF65-F5344CB8AC3E}">
        <p14:creationId xmlns:p14="http://schemas.microsoft.com/office/powerpoint/2010/main" val="12099653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CB6DDDC-B8E6-70B1-978F-7FD696503441}"/>
              </a:ext>
            </a:extLst>
          </p:cNvPr>
          <p:cNvSpPr>
            <a:spLocks noGrp="1"/>
          </p:cNvSpPr>
          <p:nvPr>
            <p:ph type="title"/>
          </p:nvPr>
        </p:nvSpPr>
        <p:spPr/>
        <p:txBody>
          <a:bodyPr/>
          <a:lstStyle/>
          <a:p>
            <a:r>
              <a:rPr lang="en-US" sz="4000" dirty="0"/>
              <a:t>What is the average number of leave days taken by its employees per department?</a:t>
            </a:r>
            <a:endParaRPr lang="en-IN" sz="4000" dirty="0"/>
          </a:p>
        </p:txBody>
      </p:sp>
      <p:pic>
        <p:nvPicPr>
          <p:cNvPr id="4" name="Picture 3">
            <a:extLst>
              <a:ext uri="{FF2B5EF4-FFF2-40B4-BE49-F238E27FC236}">
                <a16:creationId xmlns:a16="http://schemas.microsoft.com/office/drawing/2014/main" xmlns="" id="{4FC7A24E-6C07-E87D-3EF4-C62B7308050C}"/>
              </a:ext>
            </a:extLst>
          </p:cNvPr>
          <p:cNvPicPr>
            <a:picLocks noChangeAspect="1"/>
          </p:cNvPicPr>
          <p:nvPr/>
        </p:nvPicPr>
        <p:blipFill>
          <a:blip r:embed="rId2"/>
          <a:stretch>
            <a:fillRect/>
          </a:stretch>
        </p:blipFill>
        <p:spPr>
          <a:xfrm>
            <a:off x="7401621" y="2177215"/>
            <a:ext cx="3705725" cy="3513221"/>
          </a:xfrm>
          <a:prstGeom prst="rect">
            <a:avLst/>
          </a:prstGeom>
        </p:spPr>
      </p:pic>
      <p:sp>
        <p:nvSpPr>
          <p:cNvPr id="3" name="Text Placeholder 2">
            <a:extLst>
              <a:ext uri="{FF2B5EF4-FFF2-40B4-BE49-F238E27FC236}">
                <a16:creationId xmlns:a16="http://schemas.microsoft.com/office/drawing/2014/main" xmlns="" id="{8F3FA84A-C2A5-320A-F078-FC6210D62BC7}"/>
              </a:ext>
            </a:extLst>
          </p:cNvPr>
          <p:cNvSpPr txBox="1">
            <a:spLocks/>
          </p:cNvSpPr>
          <p:nvPr/>
        </p:nvSpPr>
        <p:spPr>
          <a:xfrm>
            <a:off x="570271" y="1160206"/>
            <a:ext cx="10783529" cy="50167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pic>
        <p:nvPicPr>
          <p:cNvPr id="7" name="Picture 6">
            <a:extLst>
              <a:ext uri="{FF2B5EF4-FFF2-40B4-BE49-F238E27FC236}">
                <a16:creationId xmlns:a16="http://schemas.microsoft.com/office/drawing/2014/main" xmlns="" id="{BED59824-706F-3EF4-3165-2A2FB9B21EBB}"/>
              </a:ext>
            </a:extLst>
          </p:cNvPr>
          <p:cNvPicPr>
            <a:picLocks noChangeAspect="1"/>
          </p:cNvPicPr>
          <p:nvPr/>
        </p:nvPicPr>
        <p:blipFill>
          <a:blip r:embed="rId3"/>
          <a:stretch>
            <a:fillRect/>
          </a:stretch>
        </p:blipFill>
        <p:spPr>
          <a:xfrm>
            <a:off x="710404" y="2485768"/>
            <a:ext cx="6691217" cy="2848231"/>
          </a:xfrm>
          <a:prstGeom prst="rect">
            <a:avLst/>
          </a:prstGeom>
        </p:spPr>
      </p:pic>
    </p:spTree>
    <p:extLst>
      <p:ext uri="{BB962C8B-B14F-4D97-AF65-F5344CB8AC3E}">
        <p14:creationId xmlns:p14="http://schemas.microsoft.com/office/powerpoint/2010/main" val="19009520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A30D19F-52B8-D39C-510F-BA9F08822B4D}"/>
              </a:ext>
            </a:extLst>
          </p:cNvPr>
          <p:cNvSpPr>
            <a:spLocks noGrp="1"/>
          </p:cNvSpPr>
          <p:nvPr>
            <p:ph type="title"/>
          </p:nvPr>
        </p:nvSpPr>
        <p:spPr/>
        <p:txBody>
          <a:bodyPr>
            <a:normAutofit/>
          </a:bodyPr>
          <a:lstStyle/>
          <a:p>
            <a:r>
              <a:rPr lang="en-US" sz="4000" dirty="0"/>
              <a:t>Which employees have taken the most leaves?</a:t>
            </a:r>
            <a:endParaRPr lang="en-IN" sz="4000" dirty="0"/>
          </a:p>
        </p:txBody>
      </p:sp>
      <p:pic>
        <p:nvPicPr>
          <p:cNvPr id="6" name="Picture 5">
            <a:extLst>
              <a:ext uri="{FF2B5EF4-FFF2-40B4-BE49-F238E27FC236}">
                <a16:creationId xmlns:a16="http://schemas.microsoft.com/office/drawing/2014/main" xmlns="" id="{44F49198-257F-1F75-7F56-65F29D9E36A3}"/>
              </a:ext>
            </a:extLst>
          </p:cNvPr>
          <p:cNvPicPr>
            <a:picLocks noChangeAspect="1"/>
          </p:cNvPicPr>
          <p:nvPr/>
        </p:nvPicPr>
        <p:blipFill>
          <a:blip r:embed="rId2"/>
          <a:stretch>
            <a:fillRect/>
          </a:stretch>
        </p:blipFill>
        <p:spPr>
          <a:xfrm>
            <a:off x="7800101" y="2166746"/>
            <a:ext cx="3553699" cy="3003675"/>
          </a:xfrm>
          <a:prstGeom prst="rect">
            <a:avLst/>
          </a:prstGeom>
        </p:spPr>
      </p:pic>
      <p:sp>
        <p:nvSpPr>
          <p:cNvPr id="3" name="Text Placeholder 2">
            <a:extLst>
              <a:ext uri="{FF2B5EF4-FFF2-40B4-BE49-F238E27FC236}">
                <a16:creationId xmlns:a16="http://schemas.microsoft.com/office/drawing/2014/main" xmlns="" id="{6944F174-50C7-F21A-2ABC-E5205F2C9209}"/>
              </a:ext>
            </a:extLst>
          </p:cNvPr>
          <p:cNvSpPr txBox="1">
            <a:spLocks/>
          </p:cNvSpPr>
          <p:nvPr/>
        </p:nvSpPr>
        <p:spPr>
          <a:xfrm>
            <a:off x="570271" y="1160206"/>
            <a:ext cx="10783529" cy="50167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pic>
        <p:nvPicPr>
          <p:cNvPr id="7" name="Picture 6">
            <a:extLst>
              <a:ext uri="{FF2B5EF4-FFF2-40B4-BE49-F238E27FC236}">
                <a16:creationId xmlns:a16="http://schemas.microsoft.com/office/drawing/2014/main" xmlns="" id="{259ACD14-3982-FEFA-CE6F-9B334DF5CF05}"/>
              </a:ext>
            </a:extLst>
          </p:cNvPr>
          <p:cNvPicPr>
            <a:picLocks noChangeAspect="1"/>
          </p:cNvPicPr>
          <p:nvPr/>
        </p:nvPicPr>
        <p:blipFill>
          <a:blip r:embed="rId3"/>
          <a:stretch>
            <a:fillRect/>
          </a:stretch>
        </p:blipFill>
        <p:spPr>
          <a:xfrm>
            <a:off x="1186436" y="2485769"/>
            <a:ext cx="5430008" cy="2797431"/>
          </a:xfrm>
          <a:prstGeom prst="rect">
            <a:avLst/>
          </a:prstGeom>
        </p:spPr>
      </p:pic>
    </p:spTree>
    <p:extLst>
      <p:ext uri="{BB962C8B-B14F-4D97-AF65-F5344CB8AC3E}">
        <p14:creationId xmlns:p14="http://schemas.microsoft.com/office/powerpoint/2010/main" val="12801538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05861EC-9B3B-FC1D-C711-F77AA0F037D0}"/>
              </a:ext>
            </a:extLst>
          </p:cNvPr>
          <p:cNvSpPr>
            <a:spLocks noGrp="1"/>
          </p:cNvSpPr>
          <p:nvPr>
            <p:ph type="title"/>
          </p:nvPr>
        </p:nvSpPr>
        <p:spPr/>
        <p:txBody>
          <a:bodyPr>
            <a:normAutofit/>
          </a:bodyPr>
          <a:lstStyle/>
          <a:p>
            <a:r>
              <a:rPr lang="en-US" sz="4000" dirty="0"/>
              <a:t>What is the total number of leave days taken company-wide?</a:t>
            </a:r>
            <a:endParaRPr lang="en-IN" sz="4000" dirty="0"/>
          </a:p>
        </p:txBody>
      </p:sp>
      <p:pic>
        <p:nvPicPr>
          <p:cNvPr id="4" name="Picture 3">
            <a:extLst>
              <a:ext uri="{FF2B5EF4-FFF2-40B4-BE49-F238E27FC236}">
                <a16:creationId xmlns:a16="http://schemas.microsoft.com/office/drawing/2014/main" xmlns="" id="{48E1662F-8FB9-AE39-4F98-C6AA4BCF0558}"/>
              </a:ext>
            </a:extLst>
          </p:cNvPr>
          <p:cNvPicPr>
            <a:picLocks noChangeAspect="1"/>
          </p:cNvPicPr>
          <p:nvPr/>
        </p:nvPicPr>
        <p:blipFill>
          <a:blip r:embed="rId2"/>
          <a:stretch>
            <a:fillRect/>
          </a:stretch>
        </p:blipFill>
        <p:spPr>
          <a:xfrm>
            <a:off x="7283102" y="1407694"/>
            <a:ext cx="3893718" cy="4042611"/>
          </a:xfrm>
          <a:prstGeom prst="rect">
            <a:avLst/>
          </a:prstGeom>
        </p:spPr>
      </p:pic>
      <p:sp>
        <p:nvSpPr>
          <p:cNvPr id="3" name="Text Placeholder 2">
            <a:extLst>
              <a:ext uri="{FF2B5EF4-FFF2-40B4-BE49-F238E27FC236}">
                <a16:creationId xmlns:a16="http://schemas.microsoft.com/office/drawing/2014/main" xmlns="" id="{08FC0D0C-51A0-C392-46F5-2DAE06E2DCAE}"/>
              </a:ext>
            </a:extLst>
          </p:cNvPr>
          <p:cNvSpPr txBox="1">
            <a:spLocks/>
          </p:cNvSpPr>
          <p:nvPr/>
        </p:nvSpPr>
        <p:spPr>
          <a:xfrm>
            <a:off x="570271" y="1160206"/>
            <a:ext cx="10783529" cy="50167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pic>
        <p:nvPicPr>
          <p:cNvPr id="7" name="Picture 6">
            <a:extLst>
              <a:ext uri="{FF2B5EF4-FFF2-40B4-BE49-F238E27FC236}">
                <a16:creationId xmlns:a16="http://schemas.microsoft.com/office/drawing/2014/main" xmlns="" id="{F0078A05-FF7B-ADEA-C834-0CCD08BE57E1}"/>
              </a:ext>
            </a:extLst>
          </p:cNvPr>
          <p:cNvPicPr>
            <a:picLocks noChangeAspect="1"/>
          </p:cNvPicPr>
          <p:nvPr/>
        </p:nvPicPr>
        <p:blipFill>
          <a:blip r:embed="rId3"/>
          <a:stretch>
            <a:fillRect/>
          </a:stretch>
        </p:blipFill>
        <p:spPr>
          <a:xfrm>
            <a:off x="838200" y="1778188"/>
            <a:ext cx="5620534" cy="2692211"/>
          </a:xfrm>
          <a:prstGeom prst="rect">
            <a:avLst/>
          </a:prstGeom>
        </p:spPr>
      </p:pic>
    </p:spTree>
    <p:extLst>
      <p:ext uri="{BB962C8B-B14F-4D97-AF65-F5344CB8AC3E}">
        <p14:creationId xmlns:p14="http://schemas.microsoft.com/office/powerpoint/2010/main" val="7982545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0B6AF02-A4C4-5D7A-6091-B912EB65E382}"/>
              </a:ext>
            </a:extLst>
          </p:cNvPr>
          <p:cNvSpPr>
            <a:spLocks noGrp="1"/>
          </p:cNvSpPr>
          <p:nvPr>
            <p:ph type="title"/>
          </p:nvPr>
        </p:nvSpPr>
        <p:spPr/>
        <p:txBody>
          <a:bodyPr>
            <a:normAutofit/>
          </a:bodyPr>
          <a:lstStyle/>
          <a:p>
            <a:r>
              <a:rPr lang="en-US" sz="4000" dirty="0"/>
              <a:t>How do leave days correlate with payroll amounts? </a:t>
            </a:r>
            <a:endParaRPr lang="en-IN" sz="4000" dirty="0"/>
          </a:p>
        </p:txBody>
      </p:sp>
      <p:pic>
        <p:nvPicPr>
          <p:cNvPr id="6" name="Picture 5">
            <a:extLst>
              <a:ext uri="{FF2B5EF4-FFF2-40B4-BE49-F238E27FC236}">
                <a16:creationId xmlns:a16="http://schemas.microsoft.com/office/drawing/2014/main" xmlns="" id="{7054AC7E-0FB2-EF5D-711A-8F94DBF9E0F7}"/>
              </a:ext>
            </a:extLst>
          </p:cNvPr>
          <p:cNvPicPr>
            <a:picLocks noChangeAspect="1"/>
          </p:cNvPicPr>
          <p:nvPr/>
        </p:nvPicPr>
        <p:blipFill>
          <a:blip r:embed="rId2"/>
          <a:stretch>
            <a:fillRect/>
          </a:stretch>
        </p:blipFill>
        <p:spPr>
          <a:xfrm>
            <a:off x="6676372" y="2201252"/>
            <a:ext cx="4677428" cy="3058104"/>
          </a:xfrm>
          <a:prstGeom prst="rect">
            <a:avLst/>
          </a:prstGeom>
        </p:spPr>
      </p:pic>
      <p:sp>
        <p:nvSpPr>
          <p:cNvPr id="3" name="Text Placeholder 2">
            <a:extLst>
              <a:ext uri="{FF2B5EF4-FFF2-40B4-BE49-F238E27FC236}">
                <a16:creationId xmlns:a16="http://schemas.microsoft.com/office/drawing/2014/main" xmlns="" id="{D214987F-0190-AC47-0CFB-4341E8410887}"/>
              </a:ext>
            </a:extLst>
          </p:cNvPr>
          <p:cNvSpPr txBox="1">
            <a:spLocks/>
          </p:cNvSpPr>
          <p:nvPr/>
        </p:nvSpPr>
        <p:spPr>
          <a:xfrm>
            <a:off x="570271" y="1160206"/>
            <a:ext cx="10783529" cy="50167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pic>
        <p:nvPicPr>
          <p:cNvPr id="7" name="Picture 6">
            <a:extLst>
              <a:ext uri="{FF2B5EF4-FFF2-40B4-BE49-F238E27FC236}">
                <a16:creationId xmlns:a16="http://schemas.microsoft.com/office/drawing/2014/main" xmlns="" id="{E2582CB2-AC9A-02E7-4F08-9C27437A3C8C}"/>
              </a:ext>
            </a:extLst>
          </p:cNvPr>
          <p:cNvPicPr>
            <a:picLocks noChangeAspect="1"/>
          </p:cNvPicPr>
          <p:nvPr/>
        </p:nvPicPr>
        <p:blipFill>
          <a:blip r:embed="rId3"/>
          <a:stretch>
            <a:fillRect/>
          </a:stretch>
        </p:blipFill>
        <p:spPr>
          <a:xfrm>
            <a:off x="1160765" y="2201252"/>
            <a:ext cx="4801270" cy="2868588"/>
          </a:xfrm>
          <a:prstGeom prst="rect">
            <a:avLst/>
          </a:prstGeom>
        </p:spPr>
      </p:pic>
    </p:spTree>
    <p:extLst>
      <p:ext uri="{BB962C8B-B14F-4D97-AF65-F5344CB8AC3E}">
        <p14:creationId xmlns:p14="http://schemas.microsoft.com/office/powerpoint/2010/main" val="39400867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7EBE9AA-CAA6-D015-57F5-32CFACEC6352}"/>
              </a:ext>
            </a:extLst>
          </p:cNvPr>
          <p:cNvSpPr>
            <a:spLocks noGrp="1"/>
          </p:cNvSpPr>
          <p:nvPr>
            <p:ph type="title"/>
          </p:nvPr>
        </p:nvSpPr>
        <p:spPr/>
        <p:txBody>
          <a:bodyPr>
            <a:normAutofit fontScale="90000"/>
          </a:bodyPr>
          <a:lstStyle/>
          <a:p>
            <a:r>
              <a:rPr lang="en-US" dirty="0"/>
              <a:t/>
            </a:r>
            <a:br>
              <a:rPr lang="en-US" dirty="0"/>
            </a:br>
            <a:r>
              <a:rPr lang="en-US" b="1" dirty="0"/>
              <a:t>5. PAYROLL AND COMPENSATION ANALYSIS </a:t>
            </a:r>
            <a:r>
              <a:rPr lang="en-US" dirty="0"/>
              <a:t/>
            </a:r>
            <a:br>
              <a:rPr lang="en-US" dirty="0"/>
            </a:br>
            <a:r>
              <a:rPr lang="en-US" dirty="0"/>
              <a:t>● What is the total monthly payroll processed?</a:t>
            </a:r>
            <a:endParaRPr lang="en-IN" dirty="0"/>
          </a:p>
        </p:txBody>
      </p:sp>
      <p:pic>
        <p:nvPicPr>
          <p:cNvPr id="6" name="Picture 5">
            <a:extLst>
              <a:ext uri="{FF2B5EF4-FFF2-40B4-BE49-F238E27FC236}">
                <a16:creationId xmlns:a16="http://schemas.microsoft.com/office/drawing/2014/main" xmlns="" id="{9CD440D2-B143-4E67-EE34-05929F935C8F}"/>
              </a:ext>
            </a:extLst>
          </p:cNvPr>
          <p:cNvPicPr>
            <a:picLocks noChangeAspect="1"/>
          </p:cNvPicPr>
          <p:nvPr/>
        </p:nvPicPr>
        <p:blipFill>
          <a:blip r:embed="rId2"/>
          <a:stretch>
            <a:fillRect/>
          </a:stretch>
        </p:blipFill>
        <p:spPr>
          <a:xfrm>
            <a:off x="7449847" y="2548039"/>
            <a:ext cx="3115110" cy="2677656"/>
          </a:xfrm>
          <a:prstGeom prst="rect">
            <a:avLst/>
          </a:prstGeom>
        </p:spPr>
      </p:pic>
      <p:sp>
        <p:nvSpPr>
          <p:cNvPr id="3" name="Text Placeholder 2">
            <a:extLst>
              <a:ext uri="{FF2B5EF4-FFF2-40B4-BE49-F238E27FC236}">
                <a16:creationId xmlns:a16="http://schemas.microsoft.com/office/drawing/2014/main" xmlns="" id="{4E7B8277-58DD-2ECF-1C67-42D7FF1A7596}"/>
              </a:ext>
            </a:extLst>
          </p:cNvPr>
          <p:cNvSpPr txBox="1">
            <a:spLocks/>
          </p:cNvSpPr>
          <p:nvPr/>
        </p:nvSpPr>
        <p:spPr>
          <a:xfrm>
            <a:off x="570271" y="1160206"/>
            <a:ext cx="10783529" cy="50167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pic>
        <p:nvPicPr>
          <p:cNvPr id="7" name="Picture 6">
            <a:extLst>
              <a:ext uri="{FF2B5EF4-FFF2-40B4-BE49-F238E27FC236}">
                <a16:creationId xmlns:a16="http://schemas.microsoft.com/office/drawing/2014/main" xmlns="" id="{245CD256-4541-823F-E865-475CE7BEBEC6}"/>
              </a:ext>
            </a:extLst>
          </p:cNvPr>
          <p:cNvPicPr>
            <a:picLocks noChangeAspect="1"/>
          </p:cNvPicPr>
          <p:nvPr/>
        </p:nvPicPr>
        <p:blipFill>
          <a:blip r:embed="rId3"/>
          <a:stretch>
            <a:fillRect/>
          </a:stretch>
        </p:blipFill>
        <p:spPr>
          <a:xfrm>
            <a:off x="1466529" y="2485769"/>
            <a:ext cx="5087060" cy="2739926"/>
          </a:xfrm>
          <a:prstGeom prst="rect">
            <a:avLst/>
          </a:prstGeom>
        </p:spPr>
      </p:pic>
    </p:spTree>
    <p:extLst>
      <p:ext uri="{BB962C8B-B14F-4D97-AF65-F5344CB8AC3E}">
        <p14:creationId xmlns:p14="http://schemas.microsoft.com/office/powerpoint/2010/main" val="9643240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70AE640-9213-8F77-61C2-3D7E820F9864}"/>
              </a:ext>
            </a:extLst>
          </p:cNvPr>
          <p:cNvSpPr>
            <a:spLocks noGrp="1"/>
          </p:cNvSpPr>
          <p:nvPr>
            <p:ph type="title"/>
          </p:nvPr>
        </p:nvSpPr>
        <p:spPr/>
        <p:txBody>
          <a:bodyPr>
            <a:normAutofit/>
          </a:bodyPr>
          <a:lstStyle/>
          <a:p>
            <a:r>
              <a:rPr lang="en-US" sz="4000" dirty="0"/>
              <a:t>What is the average bonus given per department?</a:t>
            </a:r>
            <a:endParaRPr lang="en-IN" sz="4000" dirty="0"/>
          </a:p>
        </p:txBody>
      </p:sp>
      <p:pic>
        <p:nvPicPr>
          <p:cNvPr id="4" name="Picture 3">
            <a:extLst>
              <a:ext uri="{FF2B5EF4-FFF2-40B4-BE49-F238E27FC236}">
                <a16:creationId xmlns:a16="http://schemas.microsoft.com/office/drawing/2014/main" xmlns="" id="{9D1D97F4-F152-285F-1AE0-6C8563439DB6}"/>
              </a:ext>
            </a:extLst>
          </p:cNvPr>
          <p:cNvPicPr>
            <a:picLocks noChangeAspect="1"/>
          </p:cNvPicPr>
          <p:nvPr/>
        </p:nvPicPr>
        <p:blipFill>
          <a:blip r:embed="rId2"/>
          <a:stretch>
            <a:fillRect/>
          </a:stretch>
        </p:blipFill>
        <p:spPr>
          <a:xfrm>
            <a:off x="7388998" y="1741123"/>
            <a:ext cx="3433011" cy="3956671"/>
          </a:xfrm>
          <a:prstGeom prst="rect">
            <a:avLst/>
          </a:prstGeom>
        </p:spPr>
      </p:pic>
      <p:sp>
        <p:nvSpPr>
          <p:cNvPr id="3" name="Text Placeholder 2">
            <a:extLst>
              <a:ext uri="{FF2B5EF4-FFF2-40B4-BE49-F238E27FC236}">
                <a16:creationId xmlns:a16="http://schemas.microsoft.com/office/drawing/2014/main" xmlns="" id="{08F78E28-46D3-2138-9C06-D8FF78E9EB3A}"/>
              </a:ext>
            </a:extLst>
          </p:cNvPr>
          <p:cNvSpPr txBox="1">
            <a:spLocks/>
          </p:cNvSpPr>
          <p:nvPr/>
        </p:nvSpPr>
        <p:spPr>
          <a:xfrm>
            <a:off x="570271" y="1160206"/>
            <a:ext cx="10783529" cy="50167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pic>
        <p:nvPicPr>
          <p:cNvPr id="7" name="Picture 6">
            <a:extLst>
              <a:ext uri="{FF2B5EF4-FFF2-40B4-BE49-F238E27FC236}">
                <a16:creationId xmlns:a16="http://schemas.microsoft.com/office/drawing/2014/main" xmlns="" id="{7C4F9AF4-7BAE-D965-5EAB-FD3B1577181C}"/>
              </a:ext>
            </a:extLst>
          </p:cNvPr>
          <p:cNvPicPr>
            <a:picLocks noChangeAspect="1"/>
          </p:cNvPicPr>
          <p:nvPr/>
        </p:nvPicPr>
        <p:blipFill>
          <a:blip r:embed="rId3"/>
          <a:stretch>
            <a:fillRect/>
          </a:stretch>
        </p:blipFill>
        <p:spPr>
          <a:xfrm>
            <a:off x="919178" y="1970713"/>
            <a:ext cx="5582429" cy="2347287"/>
          </a:xfrm>
          <a:prstGeom prst="rect">
            <a:avLst/>
          </a:prstGeom>
        </p:spPr>
      </p:pic>
    </p:spTree>
    <p:extLst>
      <p:ext uri="{BB962C8B-B14F-4D97-AF65-F5344CB8AC3E}">
        <p14:creationId xmlns:p14="http://schemas.microsoft.com/office/powerpoint/2010/main" val="12437817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5CA930E-C773-930E-B318-9311AFEF93EF}"/>
              </a:ext>
            </a:extLst>
          </p:cNvPr>
          <p:cNvSpPr>
            <a:spLocks noGrp="1"/>
          </p:cNvSpPr>
          <p:nvPr>
            <p:ph type="title"/>
          </p:nvPr>
        </p:nvSpPr>
        <p:spPr>
          <a:xfrm>
            <a:off x="992229" y="385453"/>
            <a:ext cx="10515600" cy="1325563"/>
          </a:xfrm>
        </p:spPr>
        <p:txBody>
          <a:bodyPr>
            <a:normAutofit/>
          </a:bodyPr>
          <a:lstStyle/>
          <a:p>
            <a:r>
              <a:rPr lang="en-US" sz="4000" dirty="0"/>
              <a:t>Which department receives the highest total bonuses?</a:t>
            </a:r>
            <a:endParaRPr lang="en-IN" sz="4000" dirty="0"/>
          </a:p>
        </p:txBody>
      </p:sp>
      <p:pic>
        <p:nvPicPr>
          <p:cNvPr id="6" name="Picture 5">
            <a:extLst>
              <a:ext uri="{FF2B5EF4-FFF2-40B4-BE49-F238E27FC236}">
                <a16:creationId xmlns:a16="http://schemas.microsoft.com/office/drawing/2014/main" xmlns="" id="{500024B9-4483-5A45-180B-838FCE165D9C}"/>
              </a:ext>
            </a:extLst>
          </p:cNvPr>
          <p:cNvPicPr>
            <a:picLocks noChangeAspect="1"/>
          </p:cNvPicPr>
          <p:nvPr/>
        </p:nvPicPr>
        <p:blipFill>
          <a:blip r:embed="rId2"/>
          <a:stretch>
            <a:fillRect/>
          </a:stretch>
        </p:blipFill>
        <p:spPr>
          <a:xfrm>
            <a:off x="7802395" y="2190935"/>
            <a:ext cx="3705434" cy="2843328"/>
          </a:xfrm>
          <a:prstGeom prst="rect">
            <a:avLst/>
          </a:prstGeom>
        </p:spPr>
      </p:pic>
      <p:sp>
        <p:nvSpPr>
          <p:cNvPr id="3" name="Text Placeholder 2">
            <a:extLst>
              <a:ext uri="{FF2B5EF4-FFF2-40B4-BE49-F238E27FC236}">
                <a16:creationId xmlns:a16="http://schemas.microsoft.com/office/drawing/2014/main" xmlns="" id="{CFD51021-41BD-8448-6FDB-3521B7A6FBF4}"/>
              </a:ext>
            </a:extLst>
          </p:cNvPr>
          <p:cNvSpPr txBox="1">
            <a:spLocks/>
          </p:cNvSpPr>
          <p:nvPr/>
        </p:nvSpPr>
        <p:spPr>
          <a:xfrm>
            <a:off x="570271" y="1160206"/>
            <a:ext cx="10783529" cy="50167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sp>
        <p:nvSpPr>
          <p:cNvPr id="4" name="Text Placeholder 2">
            <a:extLst>
              <a:ext uri="{FF2B5EF4-FFF2-40B4-BE49-F238E27FC236}">
                <a16:creationId xmlns:a16="http://schemas.microsoft.com/office/drawing/2014/main" xmlns="" id="{5CD318EC-776D-F8D2-57CA-804DEB4F7AE4}"/>
              </a:ext>
            </a:extLst>
          </p:cNvPr>
          <p:cNvSpPr txBox="1">
            <a:spLocks/>
          </p:cNvSpPr>
          <p:nvPr/>
        </p:nvSpPr>
        <p:spPr>
          <a:xfrm>
            <a:off x="722671" y="1312606"/>
            <a:ext cx="10783529" cy="50167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pic>
        <p:nvPicPr>
          <p:cNvPr id="7" name="Picture 6">
            <a:extLst>
              <a:ext uri="{FF2B5EF4-FFF2-40B4-BE49-F238E27FC236}">
                <a16:creationId xmlns:a16="http://schemas.microsoft.com/office/drawing/2014/main" xmlns="" id="{91B41A1A-184A-04CA-6C49-202C44036D12}"/>
              </a:ext>
            </a:extLst>
          </p:cNvPr>
          <p:cNvPicPr>
            <a:picLocks noChangeAspect="1"/>
          </p:cNvPicPr>
          <p:nvPr/>
        </p:nvPicPr>
        <p:blipFill>
          <a:blip r:embed="rId3"/>
          <a:stretch>
            <a:fillRect/>
          </a:stretch>
        </p:blipFill>
        <p:spPr>
          <a:xfrm>
            <a:off x="760830" y="2076255"/>
            <a:ext cx="6887536" cy="3072688"/>
          </a:xfrm>
          <a:prstGeom prst="rect">
            <a:avLst/>
          </a:prstGeom>
        </p:spPr>
      </p:pic>
    </p:spTree>
    <p:extLst>
      <p:ext uri="{BB962C8B-B14F-4D97-AF65-F5344CB8AC3E}">
        <p14:creationId xmlns:p14="http://schemas.microsoft.com/office/powerpoint/2010/main" val="24103014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72117EF-997D-9A61-214B-56D549DD1423}"/>
              </a:ext>
            </a:extLst>
          </p:cNvPr>
          <p:cNvSpPr>
            <a:spLocks noGrp="1"/>
          </p:cNvSpPr>
          <p:nvPr>
            <p:ph type="title"/>
          </p:nvPr>
        </p:nvSpPr>
        <p:spPr/>
        <p:txBody>
          <a:bodyPr>
            <a:normAutofit/>
          </a:bodyPr>
          <a:lstStyle/>
          <a:p>
            <a:r>
              <a:rPr lang="en-US" sz="4000" dirty="0"/>
              <a:t>What is the average value of </a:t>
            </a:r>
            <a:r>
              <a:rPr lang="en-US" sz="4000" dirty="0" err="1"/>
              <a:t>total_amount</a:t>
            </a:r>
            <a:r>
              <a:rPr lang="en-US" sz="4000" dirty="0"/>
              <a:t> after considering leave deductions?</a:t>
            </a:r>
            <a:endParaRPr lang="en-IN" sz="4000" dirty="0"/>
          </a:p>
        </p:txBody>
      </p:sp>
      <p:pic>
        <p:nvPicPr>
          <p:cNvPr id="6" name="Picture 5">
            <a:extLst>
              <a:ext uri="{FF2B5EF4-FFF2-40B4-BE49-F238E27FC236}">
                <a16:creationId xmlns:a16="http://schemas.microsoft.com/office/drawing/2014/main" xmlns="" id="{F80C26D6-EB35-DAEA-A7C2-70B5D4D8D7BF}"/>
              </a:ext>
            </a:extLst>
          </p:cNvPr>
          <p:cNvPicPr>
            <a:picLocks noChangeAspect="1"/>
          </p:cNvPicPr>
          <p:nvPr/>
        </p:nvPicPr>
        <p:blipFill>
          <a:blip r:embed="rId2"/>
          <a:stretch>
            <a:fillRect/>
          </a:stretch>
        </p:blipFill>
        <p:spPr>
          <a:xfrm>
            <a:off x="4518782" y="3528723"/>
            <a:ext cx="3830561" cy="2648240"/>
          </a:xfrm>
          <a:prstGeom prst="rect">
            <a:avLst/>
          </a:prstGeom>
        </p:spPr>
      </p:pic>
      <p:sp>
        <p:nvSpPr>
          <p:cNvPr id="3" name="Text Placeholder 2">
            <a:extLst>
              <a:ext uri="{FF2B5EF4-FFF2-40B4-BE49-F238E27FC236}">
                <a16:creationId xmlns:a16="http://schemas.microsoft.com/office/drawing/2014/main" xmlns="" id="{00A70347-2A73-DCB5-E4AE-95BDC06F7315}"/>
              </a:ext>
            </a:extLst>
          </p:cNvPr>
          <p:cNvSpPr txBox="1">
            <a:spLocks/>
          </p:cNvSpPr>
          <p:nvPr/>
        </p:nvSpPr>
        <p:spPr>
          <a:xfrm>
            <a:off x="570271" y="1160206"/>
            <a:ext cx="10783529" cy="50167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sp>
        <p:nvSpPr>
          <p:cNvPr id="4" name="Text Placeholder 2">
            <a:extLst>
              <a:ext uri="{FF2B5EF4-FFF2-40B4-BE49-F238E27FC236}">
                <a16:creationId xmlns:a16="http://schemas.microsoft.com/office/drawing/2014/main" xmlns="" id="{A8A692B6-8F98-4D1F-4D66-2C7CF5A7C2B4}"/>
              </a:ext>
            </a:extLst>
          </p:cNvPr>
          <p:cNvSpPr txBox="1">
            <a:spLocks/>
          </p:cNvSpPr>
          <p:nvPr/>
        </p:nvSpPr>
        <p:spPr>
          <a:xfrm>
            <a:off x="722671" y="1312606"/>
            <a:ext cx="10783529" cy="50167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pic>
        <p:nvPicPr>
          <p:cNvPr id="8" name="Picture 7">
            <a:extLst>
              <a:ext uri="{FF2B5EF4-FFF2-40B4-BE49-F238E27FC236}">
                <a16:creationId xmlns:a16="http://schemas.microsoft.com/office/drawing/2014/main" xmlns="" id="{8BE2ECA7-6A30-32FB-4BD5-8EF61228C9AF}"/>
              </a:ext>
            </a:extLst>
          </p:cNvPr>
          <p:cNvPicPr>
            <a:picLocks noChangeAspect="1"/>
          </p:cNvPicPr>
          <p:nvPr/>
        </p:nvPicPr>
        <p:blipFill>
          <a:blip r:embed="rId3"/>
          <a:stretch>
            <a:fillRect/>
          </a:stretch>
        </p:blipFill>
        <p:spPr>
          <a:xfrm>
            <a:off x="2529841" y="2301146"/>
            <a:ext cx="4689148" cy="726534"/>
          </a:xfrm>
          <a:prstGeom prst="rect">
            <a:avLst/>
          </a:prstGeom>
        </p:spPr>
      </p:pic>
    </p:spTree>
    <p:extLst>
      <p:ext uri="{BB962C8B-B14F-4D97-AF65-F5344CB8AC3E}">
        <p14:creationId xmlns:p14="http://schemas.microsoft.com/office/powerpoint/2010/main" val="39778928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CF5CFA-2091-8661-3A81-A7A1F69856EC}"/>
              </a:ext>
            </a:extLst>
          </p:cNvPr>
          <p:cNvSpPr>
            <a:spLocks noGrp="1"/>
          </p:cNvSpPr>
          <p:nvPr>
            <p:ph type="title"/>
          </p:nvPr>
        </p:nvSpPr>
        <p:spPr/>
        <p:txBody>
          <a:bodyPr/>
          <a:lstStyle/>
          <a:p>
            <a:r>
              <a:rPr lang="en-IN" b="1" dirty="0">
                <a:solidFill>
                  <a:srgbClr val="FF0000"/>
                </a:solidFill>
              </a:rPr>
              <a:t>Final Business Insights &amp; Recommendations</a:t>
            </a:r>
          </a:p>
        </p:txBody>
      </p:sp>
      <p:sp>
        <p:nvSpPr>
          <p:cNvPr id="4" name="TextBox 3">
            <a:extLst>
              <a:ext uri="{FF2B5EF4-FFF2-40B4-BE49-F238E27FC236}">
                <a16:creationId xmlns:a16="http://schemas.microsoft.com/office/drawing/2014/main" xmlns="" id="{715E7636-0EE6-9E39-D694-E9C2FFE5FA31}"/>
              </a:ext>
            </a:extLst>
          </p:cNvPr>
          <p:cNvSpPr txBox="1"/>
          <p:nvPr/>
        </p:nvSpPr>
        <p:spPr>
          <a:xfrm>
            <a:off x="696687" y="1502229"/>
            <a:ext cx="11157856" cy="3785652"/>
          </a:xfrm>
          <a:prstGeom prst="rect">
            <a:avLst/>
          </a:prstGeom>
          <a:noFill/>
        </p:spPr>
        <p:txBody>
          <a:bodyPr wrap="square">
            <a:spAutoFit/>
          </a:bodyPr>
          <a:lstStyle/>
          <a:p>
            <a:pPr>
              <a:buNone/>
            </a:pPr>
            <a:r>
              <a:rPr lang="en-US" sz="2400" b="1" u="sng" dirty="0">
                <a:latin typeface="Calibri" panose="020F0502020204030204" pitchFamily="34" charset="0"/>
                <a:ea typeface="Calibri" panose="020F0502020204030204" pitchFamily="34" charset="0"/>
                <a:cs typeface="Calibri" panose="020F0502020204030204" pitchFamily="34" charset="0"/>
              </a:rPr>
              <a:t>Key Insights</a:t>
            </a:r>
          </a:p>
          <a:p>
            <a:pPr>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Departments with more employees tend to have higher salary expenditure.</a:t>
            </a:r>
          </a:p>
          <a:p>
            <a:pPr>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Certain job roles offer higher salaries and bonuses, influencing employee retention.</a:t>
            </a:r>
          </a:p>
          <a:p>
            <a:pPr>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Leave patterns reveal workload stress or seasonal trends.</a:t>
            </a:r>
          </a:p>
          <a:p>
            <a:pPr>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Payroll variations reflect bonuses, leave deductions, and job hierarchy.</a:t>
            </a:r>
          </a:p>
          <a:p>
            <a:pPr>
              <a:buNone/>
            </a:pPr>
            <a:r>
              <a:rPr lang="en-US" sz="2400" b="1" u="sng" dirty="0">
                <a:latin typeface="Calibri" panose="020F0502020204030204" pitchFamily="34" charset="0"/>
                <a:ea typeface="Calibri" panose="020F0502020204030204" pitchFamily="34" charset="0"/>
                <a:cs typeface="Calibri" panose="020F0502020204030204" pitchFamily="34" charset="0"/>
              </a:rPr>
              <a:t>Recommendations</a:t>
            </a:r>
          </a:p>
          <a:p>
            <a:pPr>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Optimize resource allocation in departments with high salary expenditure.</a:t>
            </a:r>
          </a:p>
          <a:p>
            <a:pPr>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Offer training programs for roles requiring high qualifications.</a:t>
            </a:r>
          </a:p>
          <a:p>
            <a:pPr>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Implement better leave management practices to reduce productivity impact.</a:t>
            </a:r>
          </a:p>
          <a:p>
            <a:pPr>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Automate payroll to minimize manual errors and speed up processing</a:t>
            </a:r>
            <a:r>
              <a:rPr lang="en-US" sz="2400" dirty="0"/>
              <a:t>.</a:t>
            </a:r>
          </a:p>
        </p:txBody>
      </p:sp>
      <p:sp>
        <p:nvSpPr>
          <p:cNvPr id="3" name="Text Placeholder 2">
            <a:extLst>
              <a:ext uri="{FF2B5EF4-FFF2-40B4-BE49-F238E27FC236}">
                <a16:creationId xmlns:a16="http://schemas.microsoft.com/office/drawing/2014/main" xmlns="" id="{EF5C9BC8-98FA-2D57-5231-B4F4E939F632}"/>
              </a:ext>
            </a:extLst>
          </p:cNvPr>
          <p:cNvSpPr txBox="1">
            <a:spLocks/>
          </p:cNvSpPr>
          <p:nvPr/>
        </p:nvSpPr>
        <p:spPr>
          <a:xfrm>
            <a:off x="570271" y="1347019"/>
            <a:ext cx="10783529" cy="482994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sp>
        <p:nvSpPr>
          <p:cNvPr id="5" name="Text Placeholder 2">
            <a:extLst>
              <a:ext uri="{FF2B5EF4-FFF2-40B4-BE49-F238E27FC236}">
                <a16:creationId xmlns:a16="http://schemas.microsoft.com/office/drawing/2014/main" xmlns="" id="{5EEBFDA2-D31D-76FE-3890-8754101EE6CB}"/>
              </a:ext>
            </a:extLst>
          </p:cNvPr>
          <p:cNvSpPr txBox="1">
            <a:spLocks/>
          </p:cNvSpPr>
          <p:nvPr/>
        </p:nvSpPr>
        <p:spPr>
          <a:xfrm>
            <a:off x="570271" y="1160206"/>
            <a:ext cx="10783529" cy="50167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spTree>
    <p:extLst>
      <p:ext uri="{BB962C8B-B14F-4D97-AF65-F5344CB8AC3E}">
        <p14:creationId xmlns:p14="http://schemas.microsoft.com/office/powerpoint/2010/main" val="22592031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1B7214-600F-0D5F-1870-76D68DA250CB}"/>
              </a:ext>
            </a:extLst>
          </p:cNvPr>
          <p:cNvSpPr>
            <a:spLocks noGrp="1"/>
          </p:cNvSpPr>
          <p:nvPr>
            <p:ph type="title"/>
          </p:nvPr>
        </p:nvSpPr>
        <p:spPr/>
        <p:txBody>
          <a:bodyPr/>
          <a:lstStyle/>
          <a:p>
            <a:r>
              <a:rPr lang="en-US" b="1" dirty="0">
                <a:solidFill>
                  <a:srgbClr val="FF0000"/>
                </a:solidFill>
              </a:rPr>
              <a:t>Challenges Working on SQL Project</a:t>
            </a:r>
            <a:endParaRPr lang="en-IN" b="1" dirty="0">
              <a:solidFill>
                <a:srgbClr val="FF0000"/>
              </a:solidFill>
            </a:endParaRPr>
          </a:p>
        </p:txBody>
      </p:sp>
      <p:sp>
        <p:nvSpPr>
          <p:cNvPr id="5" name="Rectangle 3">
            <a:extLst>
              <a:ext uri="{FF2B5EF4-FFF2-40B4-BE49-F238E27FC236}">
                <a16:creationId xmlns:a16="http://schemas.microsoft.com/office/drawing/2014/main" xmlns="" id="{BDD8FFA8-2511-1CBE-C476-D347BFB04E08}"/>
              </a:ext>
            </a:extLst>
          </p:cNvPr>
          <p:cNvSpPr>
            <a:spLocks noChangeArrowheads="1"/>
          </p:cNvSpPr>
          <p:nvPr/>
        </p:nvSpPr>
        <p:spPr bwMode="auto">
          <a:xfrm>
            <a:off x="838200" y="1323788"/>
            <a:ext cx="10537723"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lang="en-US" altLang="en-US" sz="2400" dirty="0">
              <a:solidFill>
                <a:schemeClr val="tx1"/>
              </a:solidFill>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Designing the ER diagram and establishing correct foreign key connections was challenging initially.</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Writing multi-table JOIN queries required understanding relationships between tables.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Ensuring data consistency during inserts, updates, and deletes needed careful planning.</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Handling date formats and generating time-based insights took additional effort.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Overall, the project improved my SQL understanding, query optimization skills, and analytical thinking.</a:t>
            </a:r>
          </a:p>
        </p:txBody>
      </p:sp>
      <p:sp>
        <p:nvSpPr>
          <p:cNvPr id="3" name="Text Placeholder 2">
            <a:extLst>
              <a:ext uri="{FF2B5EF4-FFF2-40B4-BE49-F238E27FC236}">
                <a16:creationId xmlns:a16="http://schemas.microsoft.com/office/drawing/2014/main" xmlns="" id="{5DE0ECDD-EFF0-1344-9865-8DD1C06F3BD7}"/>
              </a:ext>
            </a:extLst>
          </p:cNvPr>
          <p:cNvSpPr txBox="1">
            <a:spLocks/>
          </p:cNvSpPr>
          <p:nvPr/>
        </p:nvSpPr>
        <p:spPr>
          <a:xfrm>
            <a:off x="570271" y="1160206"/>
            <a:ext cx="10783529" cy="50167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sp>
        <p:nvSpPr>
          <p:cNvPr id="4" name="Text Placeholder 2">
            <a:extLst>
              <a:ext uri="{FF2B5EF4-FFF2-40B4-BE49-F238E27FC236}">
                <a16:creationId xmlns:a16="http://schemas.microsoft.com/office/drawing/2014/main" xmlns="" id="{556FE097-0D16-AF1B-A932-E3D0BC19E26F}"/>
              </a:ext>
            </a:extLst>
          </p:cNvPr>
          <p:cNvSpPr txBox="1">
            <a:spLocks/>
          </p:cNvSpPr>
          <p:nvPr/>
        </p:nvSpPr>
        <p:spPr>
          <a:xfrm>
            <a:off x="722671" y="1312606"/>
            <a:ext cx="10783529" cy="50167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sp>
        <p:nvSpPr>
          <p:cNvPr id="6" name="Text Placeholder 2">
            <a:extLst>
              <a:ext uri="{FF2B5EF4-FFF2-40B4-BE49-F238E27FC236}">
                <a16:creationId xmlns:a16="http://schemas.microsoft.com/office/drawing/2014/main" xmlns="" id="{AA2815E7-F389-4F53-BF49-2C8E44F1F43E}"/>
              </a:ext>
            </a:extLst>
          </p:cNvPr>
          <p:cNvSpPr txBox="1">
            <a:spLocks/>
          </p:cNvSpPr>
          <p:nvPr/>
        </p:nvSpPr>
        <p:spPr>
          <a:xfrm>
            <a:off x="875071" y="1465006"/>
            <a:ext cx="10783529" cy="50167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spTree>
    <p:extLst>
      <p:ext uri="{BB962C8B-B14F-4D97-AF65-F5344CB8AC3E}">
        <p14:creationId xmlns:p14="http://schemas.microsoft.com/office/powerpoint/2010/main" val="31370988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C4107D5-E207-EA37-7E59-6608CAE47030}"/>
              </a:ext>
            </a:extLst>
          </p:cNvPr>
          <p:cNvSpPr>
            <a:spLocks noGrp="1"/>
          </p:cNvSpPr>
          <p:nvPr>
            <p:ph type="title"/>
          </p:nvPr>
        </p:nvSpPr>
        <p:spPr/>
        <p:txBody>
          <a:bodyPr/>
          <a:lstStyle/>
          <a:p>
            <a:r>
              <a:rPr lang="en-IN" b="1" dirty="0">
                <a:solidFill>
                  <a:srgbClr val="FF0000"/>
                </a:solidFill>
              </a:rPr>
              <a:t>Conclusion</a:t>
            </a:r>
          </a:p>
        </p:txBody>
      </p:sp>
      <p:sp>
        <p:nvSpPr>
          <p:cNvPr id="4" name="TextBox 3">
            <a:extLst>
              <a:ext uri="{FF2B5EF4-FFF2-40B4-BE49-F238E27FC236}">
                <a16:creationId xmlns:a16="http://schemas.microsoft.com/office/drawing/2014/main" xmlns="" id="{4CF21643-4DDF-A360-06B8-CE1F2A4F0E50}"/>
              </a:ext>
            </a:extLst>
          </p:cNvPr>
          <p:cNvSpPr txBox="1"/>
          <p:nvPr/>
        </p:nvSpPr>
        <p:spPr>
          <a:xfrm>
            <a:off x="816076" y="1690689"/>
            <a:ext cx="10382865" cy="1938992"/>
          </a:xfrm>
          <a:prstGeom prst="rect">
            <a:avLst/>
          </a:prstGeom>
          <a:noFill/>
        </p:spPr>
        <p:txBody>
          <a:bodyPr wrap="square">
            <a:spAutoFit/>
          </a:bodyPr>
          <a:lstStyle/>
          <a:p>
            <a:pPr algn="just"/>
            <a:r>
              <a:rPr lang="en-US" sz="2400" dirty="0">
                <a:latin typeface="Calibri" panose="020F0502020204030204" pitchFamily="34" charset="0"/>
                <a:ea typeface="Calibri" panose="020F0502020204030204" pitchFamily="34" charset="0"/>
                <a:cs typeface="Calibri" panose="020F0502020204030204" pitchFamily="34" charset="0"/>
              </a:rPr>
              <a:t>The Employee Management System successfully demonstrates how SQL can organize and analyze large employee datasets. Through ER modeling, structured tables, and complex queries, the system provides valuable insights for HR decision-making, salary planning, and performance tracking. The project highlights the importance of relational databases in efficient workforce management.</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3" name="Text Placeholder 2">
            <a:extLst>
              <a:ext uri="{FF2B5EF4-FFF2-40B4-BE49-F238E27FC236}">
                <a16:creationId xmlns:a16="http://schemas.microsoft.com/office/drawing/2014/main" xmlns="" id="{60F338C6-A996-9EB0-350F-0DAF46917644}"/>
              </a:ext>
            </a:extLst>
          </p:cNvPr>
          <p:cNvSpPr txBox="1">
            <a:spLocks/>
          </p:cNvSpPr>
          <p:nvPr/>
        </p:nvSpPr>
        <p:spPr>
          <a:xfrm>
            <a:off x="609600" y="1160206"/>
            <a:ext cx="10744200" cy="50167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sp>
        <p:nvSpPr>
          <p:cNvPr id="5" name="Text Placeholder 2">
            <a:extLst>
              <a:ext uri="{FF2B5EF4-FFF2-40B4-BE49-F238E27FC236}">
                <a16:creationId xmlns:a16="http://schemas.microsoft.com/office/drawing/2014/main" xmlns="" id="{1540BB7E-B77B-DEE6-8E46-3502BEA6DAAB}"/>
              </a:ext>
            </a:extLst>
          </p:cNvPr>
          <p:cNvSpPr txBox="1">
            <a:spLocks/>
          </p:cNvSpPr>
          <p:nvPr/>
        </p:nvSpPr>
        <p:spPr>
          <a:xfrm>
            <a:off x="609601" y="1312606"/>
            <a:ext cx="10744199" cy="50167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sp>
        <p:nvSpPr>
          <p:cNvPr id="6" name="Rectangle 3">
            <a:extLst>
              <a:ext uri="{FF2B5EF4-FFF2-40B4-BE49-F238E27FC236}">
                <a16:creationId xmlns:a16="http://schemas.microsoft.com/office/drawing/2014/main" xmlns="" id="{705AF970-D8DF-E38E-728E-6A44C8663FBE}"/>
              </a:ext>
            </a:extLst>
          </p:cNvPr>
          <p:cNvSpPr>
            <a:spLocks noChangeArrowheads="1"/>
          </p:cNvSpPr>
          <p:nvPr/>
        </p:nvSpPr>
        <p:spPr bwMode="auto">
          <a:xfrm>
            <a:off x="838200" y="2985781"/>
            <a:ext cx="1053772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a:t>
            </a:r>
          </a:p>
        </p:txBody>
      </p:sp>
      <p:sp>
        <p:nvSpPr>
          <p:cNvPr id="7" name="Text Placeholder 2">
            <a:extLst>
              <a:ext uri="{FF2B5EF4-FFF2-40B4-BE49-F238E27FC236}">
                <a16:creationId xmlns:a16="http://schemas.microsoft.com/office/drawing/2014/main" xmlns="" id="{13E3D0AA-C08C-FE09-1E83-097A96E8754A}"/>
              </a:ext>
            </a:extLst>
          </p:cNvPr>
          <p:cNvSpPr txBox="1">
            <a:spLocks/>
          </p:cNvSpPr>
          <p:nvPr/>
        </p:nvSpPr>
        <p:spPr>
          <a:xfrm>
            <a:off x="875071" y="1465006"/>
            <a:ext cx="10783529" cy="501675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14300" algn="just"/>
            <a:endParaRPr lang="en-IN" dirty="0"/>
          </a:p>
        </p:txBody>
      </p:sp>
    </p:spTree>
    <p:extLst>
      <p:ext uri="{BB962C8B-B14F-4D97-AF65-F5344CB8AC3E}">
        <p14:creationId xmlns:p14="http://schemas.microsoft.com/office/powerpoint/2010/main" val="14217107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698</TotalTime>
  <Words>585</Words>
  <Application>Microsoft Office PowerPoint</Application>
  <PresentationFormat>Widescreen</PresentationFormat>
  <Paragraphs>74</Paragraphs>
  <Slides>32</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Calibri</vt:lpstr>
      <vt:lpstr>Libre Baskerville</vt:lpstr>
      <vt:lpstr>Arial</vt:lpstr>
      <vt:lpstr>Office Theme</vt:lpstr>
      <vt:lpstr>PowerPoint Presentation</vt:lpstr>
      <vt:lpstr>     Agenda</vt:lpstr>
      <vt:lpstr>Objective of the Project</vt:lpstr>
      <vt:lpstr>Problem Statement</vt:lpstr>
      <vt:lpstr>  e database contains six interconnected tables, each performing a specific function: JobDepartment Stores job roles, departments, and descriptions.            The database contains six interconnected tables, each performing a specific function: JobDepartment Stores job roles, departments, and descriptions. SalaryBonus Contains salary, bonus, and annual pay for each job role. Employee Holds employee personal information, contact details, and job assignment. Qualification Maintains qualification, skills, and requirements for each employee’s position. Leaves Tracks employee leave details such as date and reason. Payroll Combines employee, job, salary, and leave data to calculate final payments. Foreign Key Relationships The tables are connected using foreign keys with CASCADE and SET NULL rules to maintain data integrity. </vt:lpstr>
      <vt:lpstr>PowerPoint Presentation</vt:lpstr>
      <vt:lpstr>PowerPoint Presentation</vt:lpstr>
      <vt:lpstr>ER Diagram &amp; Schema Explanation</vt:lpstr>
      <vt:lpstr>PowerPoint Presentation</vt:lpstr>
      <vt:lpstr>Which departments have the highest number of employees?</vt:lpstr>
      <vt:lpstr>What is the average salary per department? </vt:lpstr>
      <vt:lpstr>Who are the top 5 highest-paid employees?</vt:lpstr>
      <vt:lpstr>What is the total salary expenditure across the company?</vt:lpstr>
      <vt:lpstr> 2. JOB ROLE AND DEPARTMENT ANALYSIS  ● How many different job roles exist in each department?</vt:lpstr>
      <vt:lpstr>Which job roles offer the highest salary?</vt:lpstr>
      <vt:lpstr>Which departments have the highest total salary allocation?</vt:lpstr>
      <vt:lpstr> 3. QUALIFICATION AND SKILLS ANALYSIS  ● How many employees have at least one qualification listed?</vt:lpstr>
      <vt:lpstr>Which positions require the most qualifications?</vt:lpstr>
      <vt:lpstr>Which employees have the highest number of qualifications?</vt:lpstr>
      <vt:lpstr> 4. LEAVE AND ABSENCE PATTERNS  ● Which year had the most employees taking leaves?</vt:lpstr>
      <vt:lpstr>What is the average number of leave days taken by its employees per department?</vt:lpstr>
      <vt:lpstr>Which employees have taken the most leaves?</vt:lpstr>
      <vt:lpstr>What is the total number of leave days taken company-wide?</vt:lpstr>
      <vt:lpstr>How do leave days correlate with payroll amounts? </vt:lpstr>
      <vt:lpstr> 5. PAYROLL AND COMPENSATION ANALYSIS  ● What is the total monthly payroll processed?</vt:lpstr>
      <vt:lpstr>What is the average bonus given per department?</vt:lpstr>
      <vt:lpstr>Which department receives the highest total bonuses?</vt:lpstr>
      <vt:lpstr>What is the average value of total_amount after considering leave deductions?</vt:lpstr>
      <vt:lpstr>Final Business Insights &amp; Recommendations</vt:lpstr>
      <vt:lpstr>Challenges Working on SQL Project</vt:lpstr>
      <vt:lpstr>Conclusion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Raghu Ram Aduri</dc:creator>
  <cp:lastModifiedBy>Microsoft account</cp:lastModifiedBy>
  <cp:revision>10</cp:revision>
  <dcterms:created xsi:type="dcterms:W3CDTF">2021-02-16T05:19:01Z</dcterms:created>
  <dcterms:modified xsi:type="dcterms:W3CDTF">2026-04-14T11:36:30Z</dcterms:modified>
</cp:coreProperties>
</file>